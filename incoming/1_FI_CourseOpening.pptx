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sldx" ContentType="application/vnd.openxmlformats-officedocument.presentationml.slide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embeddings/oleObject1.bin" ContentType="application/vnd.openxmlformats-officedocument.oleObject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79" r:id="rId3"/>
    <p:sldId id="428" r:id="rId4"/>
    <p:sldId id="383" r:id="rId5"/>
    <p:sldId id="430" r:id="rId6"/>
    <p:sldId id="385" r:id="rId7"/>
    <p:sldId id="386" r:id="rId8"/>
    <p:sldId id="387" r:id="rId9"/>
    <p:sldId id="440" r:id="rId10"/>
    <p:sldId id="389" r:id="rId11"/>
    <p:sldId id="441" r:id="rId12"/>
    <p:sldId id="444" r:id="rId13"/>
    <p:sldId id="445" r:id="rId14"/>
    <p:sldId id="443" r:id="rId15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37" autoAdjust="0"/>
  </p:normalViewPr>
  <p:slideViewPr>
    <p:cSldViewPr>
      <p:cViewPr varScale="1">
        <p:scale>
          <a:sx n="78" d="100"/>
          <a:sy n="78" d="100"/>
        </p:scale>
        <p:origin x="-11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98B519-03B6-4420-B2B1-FE85B07BB863}" type="doc">
      <dgm:prSet loTypeId="urn:microsoft.com/office/officeart/2005/8/layout/vList5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fi-FI"/>
        </a:p>
      </dgm:t>
    </dgm:pt>
    <dgm:pt modelId="{98AED58E-7E7C-416A-8A18-20CA5C05518C}">
      <dgm:prSet custT="1"/>
      <dgm:spPr/>
      <dgm:t>
        <a:bodyPr/>
        <a:lstStyle/>
        <a:p>
          <a:pPr rtl="0"/>
          <a:r>
            <a:rPr lang="fi-FI" sz="1600" dirty="0" smtClean="0"/>
            <a:t>Ketterä testaus</a:t>
          </a:r>
          <a:endParaRPr lang="en-US" sz="1600" dirty="0"/>
        </a:p>
      </dgm:t>
    </dgm:pt>
    <dgm:pt modelId="{0A6D6936-CA06-4D83-B067-BEB710A210C1}" type="parTrans" cxnId="{23D9DC19-F53F-4AF4-BCC2-AD7BE65BF063}">
      <dgm:prSet/>
      <dgm:spPr/>
      <dgm:t>
        <a:bodyPr/>
        <a:lstStyle/>
        <a:p>
          <a:endParaRPr lang="fi-FI" sz="1200"/>
        </a:p>
      </dgm:t>
    </dgm:pt>
    <dgm:pt modelId="{7B7043EF-82C6-49F3-872D-29988068644C}" type="sibTrans" cxnId="{23D9DC19-F53F-4AF4-BCC2-AD7BE65BF063}">
      <dgm:prSet/>
      <dgm:spPr/>
      <dgm:t>
        <a:bodyPr/>
        <a:lstStyle/>
        <a:p>
          <a:endParaRPr lang="fi-FI" sz="1200"/>
        </a:p>
      </dgm:t>
    </dgm:pt>
    <dgm:pt modelId="{AAC83951-6A4A-433C-B085-A08DB739FBBD}">
      <dgm:prSet custT="1"/>
      <dgm:spPr/>
      <dgm:t>
        <a:bodyPr/>
        <a:lstStyle/>
        <a:p>
          <a:pPr rtl="0"/>
          <a:r>
            <a:rPr lang="fi-FI" sz="1600" dirty="0" smtClean="0"/>
            <a:t>Määritelmä</a:t>
          </a:r>
          <a:endParaRPr lang="fi-FI" sz="1600" dirty="0"/>
        </a:p>
      </dgm:t>
    </dgm:pt>
    <dgm:pt modelId="{2BF6B2CC-AA25-4549-A898-F3604A439DD7}" type="parTrans" cxnId="{F17EA09D-5DE0-47D7-B2D3-D11705DC6398}">
      <dgm:prSet/>
      <dgm:spPr/>
      <dgm:t>
        <a:bodyPr/>
        <a:lstStyle/>
        <a:p>
          <a:endParaRPr lang="fi-FI" sz="1200"/>
        </a:p>
      </dgm:t>
    </dgm:pt>
    <dgm:pt modelId="{FB7D8C4B-4357-478F-9A19-AEDF772FC6B7}" type="sibTrans" cxnId="{F17EA09D-5DE0-47D7-B2D3-D11705DC6398}">
      <dgm:prSet/>
      <dgm:spPr/>
      <dgm:t>
        <a:bodyPr/>
        <a:lstStyle/>
        <a:p>
          <a:endParaRPr lang="fi-FI" sz="1200"/>
        </a:p>
      </dgm:t>
    </dgm:pt>
    <dgm:pt modelId="{228F0A37-3996-4B64-9C0A-A54BCC3EA6BA}">
      <dgm:prSet custT="1"/>
      <dgm:spPr/>
      <dgm:t>
        <a:bodyPr/>
        <a:lstStyle/>
        <a:p>
          <a:pPr rtl="0"/>
          <a:r>
            <a:rPr lang="fi-FI" sz="1600" dirty="0" smtClean="0"/>
            <a:t>Ketterä suunnittelu</a:t>
          </a:r>
          <a:endParaRPr lang="en-US" sz="1600" dirty="0"/>
        </a:p>
      </dgm:t>
    </dgm:pt>
    <dgm:pt modelId="{80E2191C-1D1A-47AA-842D-64009A32EDB7}" type="parTrans" cxnId="{251371D5-2C5E-4EBD-ACCC-FE35F7543D60}">
      <dgm:prSet/>
      <dgm:spPr/>
      <dgm:t>
        <a:bodyPr/>
        <a:lstStyle/>
        <a:p>
          <a:endParaRPr lang="fi-FI" sz="1200"/>
        </a:p>
      </dgm:t>
    </dgm:pt>
    <dgm:pt modelId="{56C0928A-7EA9-42C0-9A29-47825D899D4F}" type="sibTrans" cxnId="{251371D5-2C5E-4EBD-ACCC-FE35F7543D60}">
      <dgm:prSet/>
      <dgm:spPr/>
      <dgm:t>
        <a:bodyPr/>
        <a:lstStyle/>
        <a:p>
          <a:endParaRPr lang="fi-FI" sz="1200"/>
        </a:p>
      </dgm:t>
    </dgm:pt>
    <dgm:pt modelId="{80925EED-1441-4DF2-ADCA-DEFC0758046C}">
      <dgm:prSet custT="1"/>
      <dgm:spPr/>
      <dgm:t>
        <a:bodyPr/>
        <a:lstStyle/>
        <a:p>
          <a:pPr rtl="0"/>
          <a:r>
            <a:rPr lang="fi-FI" sz="1600" dirty="0" smtClean="0"/>
            <a:t>Itsetuntemus</a:t>
          </a:r>
          <a:endParaRPr lang="fi-FI" sz="1600" dirty="0"/>
        </a:p>
      </dgm:t>
    </dgm:pt>
    <dgm:pt modelId="{4532DB22-9671-4E53-BF06-C9663B3EE1A1}" type="sibTrans" cxnId="{15DE493D-4526-46A3-ADD5-72BBDBFF4979}">
      <dgm:prSet/>
      <dgm:spPr/>
      <dgm:t>
        <a:bodyPr/>
        <a:lstStyle/>
        <a:p>
          <a:endParaRPr lang="fi-FI" sz="1200"/>
        </a:p>
      </dgm:t>
    </dgm:pt>
    <dgm:pt modelId="{9FA56589-B84D-4A74-AAFB-CDF4873928A2}" type="parTrans" cxnId="{15DE493D-4526-46A3-ADD5-72BBDBFF4979}">
      <dgm:prSet/>
      <dgm:spPr/>
      <dgm:t>
        <a:bodyPr/>
        <a:lstStyle/>
        <a:p>
          <a:endParaRPr lang="fi-FI" sz="1200"/>
        </a:p>
      </dgm:t>
    </dgm:pt>
    <dgm:pt modelId="{C31BA4C3-B958-4E11-B7C3-C2A236A8EB3B}">
      <dgm:prSet custT="1"/>
      <dgm:spPr/>
      <dgm:t>
        <a:bodyPr/>
        <a:lstStyle/>
        <a:p>
          <a:pPr rtl="0"/>
          <a:r>
            <a:rPr lang="fi-FI" sz="1600" dirty="0" smtClean="0"/>
            <a:t>Ketterät menetelmät</a:t>
          </a:r>
          <a:endParaRPr lang="en-US" sz="1600" dirty="0"/>
        </a:p>
      </dgm:t>
    </dgm:pt>
    <dgm:pt modelId="{135DAC36-0DF2-4398-951B-28CFA21B8788}" type="parTrans" cxnId="{3DC6CCA9-3289-49ED-AD50-FA399B7CF3FD}">
      <dgm:prSet/>
      <dgm:spPr/>
      <dgm:t>
        <a:bodyPr/>
        <a:lstStyle/>
        <a:p>
          <a:endParaRPr lang="fi-FI" sz="1200"/>
        </a:p>
      </dgm:t>
    </dgm:pt>
    <dgm:pt modelId="{5E03A5A6-63E6-4AAD-9C85-3AFA2420A86B}" type="sibTrans" cxnId="{3DC6CCA9-3289-49ED-AD50-FA399B7CF3FD}">
      <dgm:prSet/>
      <dgm:spPr/>
      <dgm:t>
        <a:bodyPr/>
        <a:lstStyle/>
        <a:p>
          <a:endParaRPr lang="fi-FI" sz="1200"/>
        </a:p>
      </dgm:t>
    </dgm:pt>
    <dgm:pt modelId="{A53ACEF5-5EE8-41E2-B6D6-C74C7F15C95C}">
      <dgm:prSet custT="1"/>
      <dgm:spPr/>
      <dgm:t>
        <a:bodyPr/>
        <a:lstStyle/>
        <a:p>
          <a:pPr rtl="0"/>
          <a:r>
            <a:rPr lang="fi-FI" sz="1600" dirty="0" smtClean="0"/>
            <a:t>Scrum, XP ja muut</a:t>
          </a:r>
          <a:endParaRPr lang="fi-FI" sz="1600" dirty="0"/>
        </a:p>
      </dgm:t>
    </dgm:pt>
    <dgm:pt modelId="{69560B9A-A60F-4637-A32B-636AAAC54DB0}" type="parTrans" cxnId="{19C61E4D-528D-4F66-B9ED-BF77AAA08D82}">
      <dgm:prSet/>
      <dgm:spPr/>
      <dgm:t>
        <a:bodyPr/>
        <a:lstStyle/>
        <a:p>
          <a:endParaRPr lang="fi-FI" sz="1200"/>
        </a:p>
      </dgm:t>
    </dgm:pt>
    <dgm:pt modelId="{77146491-8700-47AB-ABF7-3BE839DD8C89}" type="sibTrans" cxnId="{19C61E4D-528D-4F66-B9ED-BF77AAA08D82}">
      <dgm:prSet/>
      <dgm:spPr/>
      <dgm:t>
        <a:bodyPr/>
        <a:lstStyle/>
        <a:p>
          <a:endParaRPr lang="fi-FI" sz="1200"/>
        </a:p>
      </dgm:t>
    </dgm:pt>
    <dgm:pt modelId="{95B352C6-C5E7-4083-93BA-0F69DDA0277F}">
      <dgm:prSet custT="1"/>
      <dgm:spPr/>
      <dgm:t>
        <a:bodyPr/>
        <a:lstStyle/>
        <a:p>
          <a:pPr marR="0" rtl="0" eaLnBrk="1" fontAlgn="auto" latinLnBrk="0" hangingPunct="1">
            <a:buClrTx/>
            <a:buSzTx/>
            <a:buFontTx/>
            <a:tabLst/>
            <a:defRPr/>
          </a:pPr>
          <a:r>
            <a:rPr lang="fi-FI" sz="1600" dirty="0" smtClean="0"/>
            <a:t>Suunnittelumekanismit</a:t>
          </a:r>
          <a:endParaRPr lang="fi-FI" sz="1600" dirty="0"/>
        </a:p>
      </dgm:t>
    </dgm:pt>
    <dgm:pt modelId="{5D3D321A-5A91-452C-A4F9-DDF324254058}" type="parTrans" cxnId="{6702F975-EE5A-4B3A-819B-4D769DE2EDD0}">
      <dgm:prSet/>
      <dgm:spPr/>
      <dgm:t>
        <a:bodyPr/>
        <a:lstStyle/>
        <a:p>
          <a:endParaRPr lang="fi-FI" sz="1200"/>
        </a:p>
      </dgm:t>
    </dgm:pt>
    <dgm:pt modelId="{D1032473-79B1-4B99-B675-8BB11F5E92A0}" type="sibTrans" cxnId="{6702F975-EE5A-4B3A-819B-4D769DE2EDD0}">
      <dgm:prSet/>
      <dgm:spPr/>
      <dgm:t>
        <a:bodyPr/>
        <a:lstStyle/>
        <a:p>
          <a:endParaRPr lang="fi-FI" sz="1200"/>
        </a:p>
      </dgm:t>
    </dgm:pt>
    <dgm:pt modelId="{5CC6B45F-A032-48B1-AC89-723CB5731DA6}">
      <dgm:prSet custT="1"/>
      <dgm:spPr/>
      <dgm:t>
        <a:bodyPr/>
        <a:lstStyle/>
        <a:p>
          <a:r>
            <a:rPr lang="fi-FI" sz="1600" dirty="0" smtClean="0"/>
            <a:t>Testauksen taidot</a:t>
          </a:r>
          <a:endParaRPr lang="fi-FI" sz="1600" dirty="0"/>
        </a:p>
      </dgm:t>
    </dgm:pt>
    <dgm:pt modelId="{ACE1AE1F-A6A3-4BC7-821F-C9E3D9ACDC74}" type="parTrans" cxnId="{20F8098D-A05C-49B4-950A-565A1779F2CD}">
      <dgm:prSet/>
      <dgm:spPr/>
      <dgm:t>
        <a:bodyPr/>
        <a:lstStyle/>
        <a:p>
          <a:endParaRPr lang="fi-FI" sz="1200"/>
        </a:p>
      </dgm:t>
    </dgm:pt>
    <dgm:pt modelId="{36D246C1-F80B-41F2-9433-62746058ABD0}" type="sibTrans" cxnId="{20F8098D-A05C-49B4-950A-565A1779F2CD}">
      <dgm:prSet/>
      <dgm:spPr/>
      <dgm:t>
        <a:bodyPr/>
        <a:lstStyle/>
        <a:p>
          <a:endParaRPr lang="fi-FI" sz="1200"/>
        </a:p>
      </dgm:t>
    </dgm:pt>
    <dgm:pt modelId="{43874DE2-1DC0-4883-A591-AD110EE9DF14}">
      <dgm:prSet custT="1"/>
      <dgm:spPr/>
      <dgm:t>
        <a:bodyPr/>
        <a:lstStyle/>
        <a:p>
          <a:pPr marR="0" rtl="0" eaLnBrk="1" fontAlgn="auto" latinLnBrk="0" hangingPunct="1">
            <a:buClrTx/>
            <a:buSzTx/>
            <a:buFontTx/>
            <a:tabLst/>
            <a:defRPr/>
          </a:pPr>
          <a:r>
            <a:rPr lang="fi-FI" sz="1600" dirty="0" smtClean="0"/>
            <a:t>Siirtymä ketteriin</a:t>
          </a:r>
          <a:endParaRPr lang="fi-FI" sz="1600" dirty="0"/>
        </a:p>
      </dgm:t>
    </dgm:pt>
    <dgm:pt modelId="{4BF82FF2-B22C-4575-8E07-ABD74DC7BF8E}" type="parTrans" cxnId="{BA0AFE0E-2F07-40CF-8FC2-6697341F344C}">
      <dgm:prSet/>
      <dgm:spPr/>
      <dgm:t>
        <a:bodyPr/>
        <a:lstStyle/>
        <a:p>
          <a:endParaRPr lang="fi-FI"/>
        </a:p>
      </dgm:t>
    </dgm:pt>
    <dgm:pt modelId="{34CBF14E-8417-45D6-A12D-E3A90E0CC994}" type="sibTrans" cxnId="{BA0AFE0E-2F07-40CF-8FC2-6697341F344C}">
      <dgm:prSet/>
      <dgm:spPr/>
      <dgm:t>
        <a:bodyPr/>
        <a:lstStyle/>
        <a:p>
          <a:endParaRPr lang="fi-FI"/>
        </a:p>
      </dgm:t>
    </dgm:pt>
    <dgm:pt modelId="{D97E231E-031B-46C9-A8A2-F1D6BA54A966}">
      <dgm:prSet custT="1"/>
      <dgm:spPr/>
      <dgm:t>
        <a:bodyPr/>
        <a:lstStyle/>
        <a:p>
          <a:pPr rtl="0"/>
          <a:r>
            <a:rPr lang="fi-FI" sz="1600" dirty="0" smtClean="0"/>
            <a:t>Tarvittavat taidot</a:t>
          </a:r>
          <a:endParaRPr lang="fi-FI" sz="1600" dirty="0"/>
        </a:p>
      </dgm:t>
    </dgm:pt>
    <dgm:pt modelId="{909A826C-9F73-4C53-8AC0-A2E1AF556E62}" type="parTrans" cxnId="{CAF727E4-D542-4247-AD65-8A8B65C558C3}">
      <dgm:prSet/>
      <dgm:spPr/>
      <dgm:t>
        <a:bodyPr/>
        <a:lstStyle/>
        <a:p>
          <a:endParaRPr lang="fi-FI"/>
        </a:p>
      </dgm:t>
    </dgm:pt>
    <dgm:pt modelId="{9794DA9D-2B80-4DB0-B26D-76CEBDBD2E9A}" type="sibTrans" cxnId="{CAF727E4-D542-4247-AD65-8A8B65C558C3}">
      <dgm:prSet/>
      <dgm:spPr/>
      <dgm:t>
        <a:bodyPr/>
        <a:lstStyle/>
        <a:p>
          <a:endParaRPr lang="fi-FI"/>
        </a:p>
      </dgm:t>
    </dgm:pt>
    <dgm:pt modelId="{6B50C981-E288-4E84-B65E-F73EA9E70783}">
      <dgm:prSet custT="1"/>
      <dgm:spPr/>
      <dgm:t>
        <a:bodyPr/>
        <a:lstStyle/>
        <a:p>
          <a:pPr rtl="0"/>
          <a:r>
            <a:rPr lang="fi-FI" sz="1600" dirty="0" smtClean="0"/>
            <a:t>Termistö</a:t>
          </a:r>
          <a:endParaRPr lang="fi-FI" sz="1600" dirty="0"/>
        </a:p>
      </dgm:t>
    </dgm:pt>
    <dgm:pt modelId="{98EC2F18-54DC-498A-AFF1-F4D8E65A0818}" type="parTrans" cxnId="{441FEAB6-3361-4503-9032-1139673E9C13}">
      <dgm:prSet/>
      <dgm:spPr/>
      <dgm:t>
        <a:bodyPr/>
        <a:lstStyle/>
        <a:p>
          <a:endParaRPr lang="fi-FI"/>
        </a:p>
      </dgm:t>
    </dgm:pt>
    <dgm:pt modelId="{418F8E3C-7138-4F1C-8BB7-B4BBDB57EAE7}" type="sibTrans" cxnId="{441FEAB6-3361-4503-9032-1139673E9C13}">
      <dgm:prSet/>
      <dgm:spPr/>
      <dgm:t>
        <a:bodyPr/>
        <a:lstStyle/>
        <a:p>
          <a:endParaRPr lang="fi-FI"/>
        </a:p>
      </dgm:t>
    </dgm:pt>
    <dgm:pt modelId="{84683C11-3BF9-40F9-A2B3-057C1D7DB8C4}">
      <dgm:prSet custT="1"/>
      <dgm:spPr/>
      <dgm:t>
        <a:bodyPr/>
        <a:lstStyle/>
        <a:p>
          <a:pPr rtl="0"/>
          <a:r>
            <a:rPr lang="fi-FI" sz="1600" dirty="0" smtClean="0"/>
            <a:t>Vaihteluväli</a:t>
          </a:r>
          <a:endParaRPr lang="fi-FI" sz="1600" dirty="0"/>
        </a:p>
      </dgm:t>
    </dgm:pt>
    <dgm:pt modelId="{CEB3916B-A937-4C52-BDD1-25B033FF25EA}" type="parTrans" cxnId="{EC2B0D75-FA14-4908-853C-9CEF6A134528}">
      <dgm:prSet/>
      <dgm:spPr/>
      <dgm:t>
        <a:bodyPr/>
        <a:lstStyle/>
        <a:p>
          <a:endParaRPr lang="fi-FI"/>
        </a:p>
      </dgm:t>
    </dgm:pt>
    <dgm:pt modelId="{E31DC85D-0E6C-453B-A5A3-4803A4BEDC11}" type="sibTrans" cxnId="{EC2B0D75-FA14-4908-853C-9CEF6A134528}">
      <dgm:prSet/>
      <dgm:spPr/>
      <dgm:t>
        <a:bodyPr/>
        <a:lstStyle/>
        <a:p>
          <a:endParaRPr lang="fi-FI"/>
        </a:p>
      </dgm:t>
    </dgm:pt>
    <dgm:pt modelId="{839DAA1E-965A-47C3-A43A-11065EE10B96}" type="pres">
      <dgm:prSet presAssocID="{9998B519-03B6-4420-B2B1-FE85B07BB86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i-FI"/>
        </a:p>
      </dgm:t>
    </dgm:pt>
    <dgm:pt modelId="{1E15A9A0-54DC-418F-B00C-3E01C32BEAE1}" type="pres">
      <dgm:prSet presAssocID="{98AED58E-7E7C-416A-8A18-20CA5C05518C}" presName="linNode" presStyleCnt="0"/>
      <dgm:spPr/>
    </dgm:pt>
    <dgm:pt modelId="{F2F08941-5A68-411E-AD7F-6EF46FD56FBD}" type="pres">
      <dgm:prSet presAssocID="{98AED58E-7E7C-416A-8A18-20CA5C05518C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3E0795D4-4188-4949-AE94-2A791BCE1FD9}" type="pres">
      <dgm:prSet presAssocID="{98AED58E-7E7C-416A-8A18-20CA5C05518C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36D3ACFC-26E0-45C8-A1C3-BE3B78CF069D}" type="pres">
      <dgm:prSet presAssocID="{7B7043EF-82C6-49F3-872D-29988068644C}" presName="sp" presStyleCnt="0"/>
      <dgm:spPr/>
    </dgm:pt>
    <dgm:pt modelId="{FCA73F41-6637-4792-B146-2F852EE33B87}" type="pres">
      <dgm:prSet presAssocID="{C31BA4C3-B958-4E11-B7C3-C2A236A8EB3B}" presName="linNode" presStyleCnt="0"/>
      <dgm:spPr/>
    </dgm:pt>
    <dgm:pt modelId="{6008EA90-E6B1-4498-ABE6-BCDF0E0818F9}" type="pres">
      <dgm:prSet presAssocID="{C31BA4C3-B958-4E11-B7C3-C2A236A8EB3B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B9ADED97-AC03-45B3-9A41-1A0C1968CFF9}" type="pres">
      <dgm:prSet presAssocID="{C31BA4C3-B958-4E11-B7C3-C2A236A8EB3B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9C05B516-FF87-4BA1-96C0-F306926B9554}" type="pres">
      <dgm:prSet presAssocID="{5E03A5A6-63E6-4AAD-9C85-3AFA2420A86B}" presName="sp" presStyleCnt="0"/>
      <dgm:spPr/>
    </dgm:pt>
    <dgm:pt modelId="{E9DA7CE4-CC12-4EBB-A6B7-059B79834B7E}" type="pres">
      <dgm:prSet presAssocID="{228F0A37-3996-4B64-9C0A-A54BCC3EA6BA}" presName="linNode" presStyleCnt="0"/>
      <dgm:spPr/>
    </dgm:pt>
    <dgm:pt modelId="{BA4D8448-5FCE-4939-A31F-189DD0695EDD}" type="pres">
      <dgm:prSet presAssocID="{228F0A37-3996-4B64-9C0A-A54BCC3EA6BA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25BA6B9A-BD30-4EEB-BF01-6CE0D866FE92}" type="pres">
      <dgm:prSet presAssocID="{228F0A37-3996-4B64-9C0A-A54BCC3EA6BA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A24F7DA3-FC33-40E2-9E71-B9882F04CC75}" type="pres">
      <dgm:prSet presAssocID="{56C0928A-7EA9-42C0-9A29-47825D899D4F}" presName="sp" presStyleCnt="0"/>
      <dgm:spPr/>
    </dgm:pt>
    <dgm:pt modelId="{84F3CB32-DDE5-45B2-9385-0CD91C557D89}" type="pres">
      <dgm:prSet presAssocID="{5CC6B45F-A032-48B1-AC89-723CB5731DA6}" presName="linNode" presStyleCnt="0"/>
      <dgm:spPr/>
    </dgm:pt>
    <dgm:pt modelId="{6E4EC516-9261-48FC-9264-8581F4CB680E}" type="pres">
      <dgm:prSet presAssocID="{5CC6B45F-A032-48B1-AC89-723CB5731DA6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F49AC9AF-1A8A-4450-AECD-FC6A5E789BAA}" type="pres">
      <dgm:prSet presAssocID="{5CC6B45F-A032-48B1-AC89-723CB5731DA6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</dgm:ptLst>
  <dgm:cxnLst>
    <dgm:cxn modelId="{8C255416-7D03-4C87-85BB-93F7962398C3}" type="presOf" srcId="{C31BA4C3-B958-4E11-B7C3-C2A236A8EB3B}" destId="{6008EA90-E6B1-4498-ABE6-BCDF0E0818F9}" srcOrd="0" destOrd="0" presId="urn:microsoft.com/office/officeart/2005/8/layout/vList5"/>
    <dgm:cxn modelId="{23D9DC19-F53F-4AF4-BCC2-AD7BE65BF063}" srcId="{9998B519-03B6-4420-B2B1-FE85B07BB863}" destId="{98AED58E-7E7C-416A-8A18-20CA5C05518C}" srcOrd="0" destOrd="0" parTransId="{0A6D6936-CA06-4D83-B067-BEB710A210C1}" sibTransId="{7B7043EF-82C6-49F3-872D-29988068644C}"/>
    <dgm:cxn modelId="{F17EA09D-5DE0-47D7-B2D3-D11705DC6398}" srcId="{98AED58E-7E7C-416A-8A18-20CA5C05518C}" destId="{AAC83951-6A4A-433C-B085-A08DB739FBBD}" srcOrd="0" destOrd="0" parTransId="{2BF6B2CC-AA25-4549-A898-F3604A439DD7}" sibTransId="{FB7D8C4B-4357-478F-9A19-AEDF772FC6B7}"/>
    <dgm:cxn modelId="{83460762-43AA-4973-9AC5-817FB60833B0}" type="presOf" srcId="{5CC6B45F-A032-48B1-AC89-723CB5731DA6}" destId="{6E4EC516-9261-48FC-9264-8581F4CB680E}" srcOrd="0" destOrd="0" presId="urn:microsoft.com/office/officeart/2005/8/layout/vList5"/>
    <dgm:cxn modelId="{C4123FD1-027B-4C56-AF6A-F388DB7FF8C5}" type="presOf" srcId="{95B352C6-C5E7-4083-93BA-0F69DDA0277F}" destId="{25BA6B9A-BD30-4EEB-BF01-6CE0D866FE92}" srcOrd="0" destOrd="0" presId="urn:microsoft.com/office/officeart/2005/8/layout/vList5"/>
    <dgm:cxn modelId="{6702F975-EE5A-4B3A-819B-4D769DE2EDD0}" srcId="{228F0A37-3996-4B64-9C0A-A54BCC3EA6BA}" destId="{95B352C6-C5E7-4083-93BA-0F69DDA0277F}" srcOrd="0" destOrd="0" parTransId="{5D3D321A-5A91-452C-A4F9-DDF324254058}" sibTransId="{D1032473-79B1-4B99-B675-8BB11F5E92A0}"/>
    <dgm:cxn modelId="{19C61E4D-528D-4F66-B9ED-BF77AAA08D82}" srcId="{C31BA4C3-B958-4E11-B7C3-C2A236A8EB3B}" destId="{A53ACEF5-5EE8-41E2-B6D6-C74C7F15C95C}" srcOrd="0" destOrd="0" parTransId="{69560B9A-A60F-4637-A32B-636AAAC54DB0}" sibTransId="{77146491-8700-47AB-ABF7-3BE839DD8C89}"/>
    <dgm:cxn modelId="{EC2B0D75-FA14-4908-853C-9CEF6A134528}" srcId="{98AED58E-7E7C-416A-8A18-20CA5C05518C}" destId="{84683C11-3BF9-40F9-A2B3-057C1D7DB8C4}" srcOrd="1" destOrd="0" parTransId="{CEB3916B-A937-4C52-BDD1-25B033FF25EA}" sibTransId="{E31DC85D-0E6C-453B-A5A3-4803A4BEDC11}"/>
    <dgm:cxn modelId="{793BF1EA-CAF5-4BC7-A469-1D01424F86A8}" type="presOf" srcId="{6B50C981-E288-4E84-B65E-F73EA9E70783}" destId="{B9ADED97-AC03-45B3-9A41-1A0C1968CFF9}" srcOrd="0" destOrd="1" presId="urn:microsoft.com/office/officeart/2005/8/layout/vList5"/>
    <dgm:cxn modelId="{D9F3C1AA-1E5F-4A15-8B00-27EB04C259FB}" type="presOf" srcId="{98AED58E-7E7C-416A-8A18-20CA5C05518C}" destId="{F2F08941-5A68-411E-AD7F-6EF46FD56FBD}" srcOrd="0" destOrd="0" presId="urn:microsoft.com/office/officeart/2005/8/layout/vList5"/>
    <dgm:cxn modelId="{214523D0-EBAC-4F1B-9D33-300EE7E8E16F}" type="presOf" srcId="{D97E231E-031B-46C9-A8A2-F1D6BA54A966}" destId="{F49AC9AF-1A8A-4450-AECD-FC6A5E789BAA}" srcOrd="0" destOrd="1" presId="urn:microsoft.com/office/officeart/2005/8/layout/vList5"/>
    <dgm:cxn modelId="{3DC6CCA9-3289-49ED-AD50-FA399B7CF3FD}" srcId="{9998B519-03B6-4420-B2B1-FE85B07BB863}" destId="{C31BA4C3-B958-4E11-B7C3-C2A236A8EB3B}" srcOrd="1" destOrd="0" parTransId="{135DAC36-0DF2-4398-951B-28CFA21B8788}" sibTransId="{5E03A5A6-63E6-4AAD-9C85-3AFA2420A86B}"/>
    <dgm:cxn modelId="{441FEAB6-3361-4503-9032-1139673E9C13}" srcId="{C31BA4C3-B958-4E11-B7C3-C2A236A8EB3B}" destId="{6B50C981-E288-4E84-B65E-F73EA9E70783}" srcOrd="1" destOrd="0" parTransId="{98EC2F18-54DC-498A-AFF1-F4D8E65A0818}" sibTransId="{418F8E3C-7138-4F1C-8BB7-B4BBDB57EAE7}"/>
    <dgm:cxn modelId="{251371D5-2C5E-4EBD-ACCC-FE35F7543D60}" srcId="{9998B519-03B6-4420-B2B1-FE85B07BB863}" destId="{228F0A37-3996-4B64-9C0A-A54BCC3EA6BA}" srcOrd="2" destOrd="0" parTransId="{80E2191C-1D1A-47AA-842D-64009A32EDB7}" sibTransId="{56C0928A-7EA9-42C0-9A29-47825D899D4F}"/>
    <dgm:cxn modelId="{691F56E5-AF7F-47B1-8E53-0EE2A6B3C682}" type="presOf" srcId="{9998B519-03B6-4420-B2B1-FE85B07BB863}" destId="{839DAA1E-965A-47C3-A43A-11065EE10B96}" srcOrd="0" destOrd="0" presId="urn:microsoft.com/office/officeart/2005/8/layout/vList5"/>
    <dgm:cxn modelId="{78F3AB0F-0BB6-40BA-8233-7ABF6A68F648}" type="presOf" srcId="{AAC83951-6A4A-433C-B085-A08DB739FBBD}" destId="{3E0795D4-4188-4949-AE94-2A791BCE1FD9}" srcOrd="0" destOrd="0" presId="urn:microsoft.com/office/officeart/2005/8/layout/vList5"/>
    <dgm:cxn modelId="{75179C45-682C-4434-8D21-634F787FB6A7}" type="presOf" srcId="{80925EED-1441-4DF2-ADCA-DEFC0758046C}" destId="{F49AC9AF-1A8A-4450-AECD-FC6A5E789BAA}" srcOrd="0" destOrd="0" presId="urn:microsoft.com/office/officeart/2005/8/layout/vList5"/>
    <dgm:cxn modelId="{15DE493D-4526-46A3-ADD5-72BBDBFF4979}" srcId="{5CC6B45F-A032-48B1-AC89-723CB5731DA6}" destId="{80925EED-1441-4DF2-ADCA-DEFC0758046C}" srcOrd="0" destOrd="0" parTransId="{9FA56589-B84D-4A74-AAFB-CDF4873928A2}" sibTransId="{4532DB22-9671-4E53-BF06-C9663B3EE1A1}"/>
    <dgm:cxn modelId="{D3775D0E-22B6-4D7D-B4F5-540C550EBD0D}" type="presOf" srcId="{A53ACEF5-5EE8-41E2-B6D6-C74C7F15C95C}" destId="{B9ADED97-AC03-45B3-9A41-1A0C1968CFF9}" srcOrd="0" destOrd="0" presId="urn:microsoft.com/office/officeart/2005/8/layout/vList5"/>
    <dgm:cxn modelId="{CAD8FF5D-A784-43BE-A1FF-B8188A2084DF}" type="presOf" srcId="{84683C11-3BF9-40F9-A2B3-057C1D7DB8C4}" destId="{3E0795D4-4188-4949-AE94-2A791BCE1FD9}" srcOrd="0" destOrd="1" presId="urn:microsoft.com/office/officeart/2005/8/layout/vList5"/>
    <dgm:cxn modelId="{BA0AFE0E-2F07-40CF-8FC2-6697341F344C}" srcId="{228F0A37-3996-4B64-9C0A-A54BCC3EA6BA}" destId="{43874DE2-1DC0-4883-A591-AD110EE9DF14}" srcOrd="1" destOrd="0" parTransId="{4BF82FF2-B22C-4575-8E07-ABD74DC7BF8E}" sibTransId="{34CBF14E-8417-45D6-A12D-E3A90E0CC994}"/>
    <dgm:cxn modelId="{261570B4-D93B-46B4-8368-3B5B68A79370}" type="presOf" srcId="{228F0A37-3996-4B64-9C0A-A54BCC3EA6BA}" destId="{BA4D8448-5FCE-4939-A31F-189DD0695EDD}" srcOrd="0" destOrd="0" presId="urn:microsoft.com/office/officeart/2005/8/layout/vList5"/>
    <dgm:cxn modelId="{858DBF91-25A4-4BCE-BC16-E0BAE90F520C}" type="presOf" srcId="{43874DE2-1DC0-4883-A591-AD110EE9DF14}" destId="{25BA6B9A-BD30-4EEB-BF01-6CE0D866FE92}" srcOrd="0" destOrd="1" presId="urn:microsoft.com/office/officeart/2005/8/layout/vList5"/>
    <dgm:cxn modelId="{CAF727E4-D542-4247-AD65-8A8B65C558C3}" srcId="{5CC6B45F-A032-48B1-AC89-723CB5731DA6}" destId="{D97E231E-031B-46C9-A8A2-F1D6BA54A966}" srcOrd="1" destOrd="0" parTransId="{909A826C-9F73-4C53-8AC0-A2E1AF556E62}" sibTransId="{9794DA9D-2B80-4DB0-B26D-76CEBDBD2E9A}"/>
    <dgm:cxn modelId="{20F8098D-A05C-49B4-950A-565A1779F2CD}" srcId="{9998B519-03B6-4420-B2B1-FE85B07BB863}" destId="{5CC6B45F-A032-48B1-AC89-723CB5731DA6}" srcOrd="3" destOrd="0" parTransId="{ACE1AE1F-A6A3-4BC7-821F-C9E3D9ACDC74}" sibTransId="{36D246C1-F80B-41F2-9433-62746058ABD0}"/>
    <dgm:cxn modelId="{463F9532-4D16-4AAB-8505-92B1C7159DC2}" type="presParOf" srcId="{839DAA1E-965A-47C3-A43A-11065EE10B96}" destId="{1E15A9A0-54DC-418F-B00C-3E01C32BEAE1}" srcOrd="0" destOrd="0" presId="urn:microsoft.com/office/officeart/2005/8/layout/vList5"/>
    <dgm:cxn modelId="{CD1B0F69-99B4-42E2-B139-E8A234CB1732}" type="presParOf" srcId="{1E15A9A0-54DC-418F-B00C-3E01C32BEAE1}" destId="{F2F08941-5A68-411E-AD7F-6EF46FD56FBD}" srcOrd="0" destOrd="0" presId="urn:microsoft.com/office/officeart/2005/8/layout/vList5"/>
    <dgm:cxn modelId="{DD73F84F-BABB-4750-B9A0-6631F77B5F25}" type="presParOf" srcId="{1E15A9A0-54DC-418F-B00C-3E01C32BEAE1}" destId="{3E0795D4-4188-4949-AE94-2A791BCE1FD9}" srcOrd="1" destOrd="0" presId="urn:microsoft.com/office/officeart/2005/8/layout/vList5"/>
    <dgm:cxn modelId="{E9D57CAE-C9A2-45FD-91BC-12866ED72031}" type="presParOf" srcId="{839DAA1E-965A-47C3-A43A-11065EE10B96}" destId="{36D3ACFC-26E0-45C8-A1C3-BE3B78CF069D}" srcOrd="1" destOrd="0" presId="urn:microsoft.com/office/officeart/2005/8/layout/vList5"/>
    <dgm:cxn modelId="{07C4704D-6A15-4CFA-AAC2-35E44C152B46}" type="presParOf" srcId="{839DAA1E-965A-47C3-A43A-11065EE10B96}" destId="{FCA73F41-6637-4792-B146-2F852EE33B87}" srcOrd="2" destOrd="0" presId="urn:microsoft.com/office/officeart/2005/8/layout/vList5"/>
    <dgm:cxn modelId="{462BF085-2339-4656-B3A0-E2BC732BC59F}" type="presParOf" srcId="{FCA73F41-6637-4792-B146-2F852EE33B87}" destId="{6008EA90-E6B1-4498-ABE6-BCDF0E0818F9}" srcOrd="0" destOrd="0" presId="urn:microsoft.com/office/officeart/2005/8/layout/vList5"/>
    <dgm:cxn modelId="{2B2A60DC-8251-44EA-AB41-F24EAE608458}" type="presParOf" srcId="{FCA73F41-6637-4792-B146-2F852EE33B87}" destId="{B9ADED97-AC03-45B3-9A41-1A0C1968CFF9}" srcOrd="1" destOrd="0" presId="urn:microsoft.com/office/officeart/2005/8/layout/vList5"/>
    <dgm:cxn modelId="{D50F1B3B-767E-4E0C-824F-DC64B7096856}" type="presParOf" srcId="{839DAA1E-965A-47C3-A43A-11065EE10B96}" destId="{9C05B516-FF87-4BA1-96C0-F306926B9554}" srcOrd="3" destOrd="0" presId="urn:microsoft.com/office/officeart/2005/8/layout/vList5"/>
    <dgm:cxn modelId="{B3B0B838-AFF9-4ED3-87AA-C00EBFE04863}" type="presParOf" srcId="{839DAA1E-965A-47C3-A43A-11065EE10B96}" destId="{E9DA7CE4-CC12-4EBB-A6B7-059B79834B7E}" srcOrd="4" destOrd="0" presId="urn:microsoft.com/office/officeart/2005/8/layout/vList5"/>
    <dgm:cxn modelId="{99FA187C-6ED8-46EC-9951-0196368AD9F7}" type="presParOf" srcId="{E9DA7CE4-CC12-4EBB-A6B7-059B79834B7E}" destId="{BA4D8448-5FCE-4939-A31F-189DD0695EDD}" srcOrd="0" destOrd="0" presId="urn:microsoft.com/office/officeart/2005/8/layout/vList5"/>
    <dgm:cxn modelId="{88000EEF-276B-406F-A427-FD346E6DBCE6}" type="presParOf" srcId="{E9DA7CE4-CC12-4EBB-A6B7-059B79834B7E}" destId="{25BA6B9A-BD30-4EEB-BF01-6CE0D866FE92}" srcOrd="1" destOrd="0" presId="urn:microsoft.com/office/officeart/2005/8/layout/vList5"/>
    <dgm:cxn modelId="{0DEFF542-7B90-4F65-90F2-517FF39B3142}" type="presParOf" srcId="{839DAA1E-965A-47C3-A43A-11065EE10B96}" destId="{A24F7DA3-FC33-40E2-9E71-B9882F04CC75}" srcOrd="5" destOrd="0" presId="urn:microsoft.com/office/officeart/2005/8/layout/vList5"/>
    <dgm:cxn modelId="{C26EB594-3114-422E-B122-49BFADCADEA9}" type="presParOf" srcId="{839DAA1E-965A-47C3-A43A-11065EE10B96}" destId="{84F3CB32-DDE5-45B2-9385-0CD91C557D89}" srcOrd="6" destOrd="0" presId="urn:microsoft.com/office/officeart/2005/8/layout/vList5"/>
    <dgm:cxn modelId="{0AE219FA-D305-48BC-93CB-96C6D649538B}" type="presParOf" srcId="{84F3CB32-DDE5-45B2-9385-0CD91C557D89}" destId="{6E4EC516-9261-48FC-9264-8581F4CB680E}" srcOrd="0" destOrd="0" presId="urn:microsoft.com/office/officeart/2005/8/layout/vList5"/>
    <dgm:cxn modelId="{31AD08CF-21E8-4BA9-88B5-56F3B0AD2FD6}" type="presParOf" srcId="{84F3CB32-DDE5-45B2-9385-0CD91C557D89}" destId="{F49AC9AF-1A8A-4450-AECD-FC6A5E789BA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98B519-03B6-4420-B2B1-FE85B07BB863}" type="doc">
      <dgm:prSet loTypeId="urn:microsoft.com/office/officeart/2005/8/layout/vList5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fi-FI"/>
        </a:p>
      </dgm:t>
    </dgm:pt>
    <dgm:pt modelId="{98AED58E-7E7C-416A-8A18-20CA5C05518C}">
      <dgm:prSet custT="1"/>
      <dgm:spPr/>
      <dgm:t>
        <a:bodyPr/>
        <a:lstStyle/>
        <a:p>
          <a:pPr rtl="0"/>
          <a:r>
            <a:rPr lang="fi-FI" sz="1600" dirty="0" smtClean="0"/>
            <a:t>Testit ja havainnot</a:t>
          </a:r>
          <a:endParaRPr lang="en-US" sz="1600" dirty="0"/>
        </a:p>
      </dgm:t>
    </dgm:pt>
    <dgm:pt modelId="{0A6D6936-CA06-4D83-B067-BEB710A210C1}" type="parTrans" cxnId="{23D9DC19-F53F-4AF4-BCC2-AD7BE65BF063}">
      <dgm:prSet/>
      <dgm:spPr/>
      <dgm:t>
        <a:bodyPr/>
        <a:lstStyle/>
        <a:p>
          <a:endParaRPr lang="fi-FI" sz="1800"/>
        </a:p>
      </dgm:t>
    </dgm:pt>
    <dgm:pt modelId="{7B7043EF-82C6-49F3-872D-29988068644C}" type="sibTrans" cxnId="{23D9DC19-F53F-4AF4-BCC2-AD7BE65BF063}">
      <dgm:prSet/>
      <dgm:spPr/>
      <dgm:t>
        <a:bodyPr/>
        <a:lstStyle/>
        <a:p>
          <a:endParaRPr lang="fi-FI" sz="1800"/>
        </a:p>
      </dgm:t>
    </dgm:pt>
    <dgm:pt modelId="{228F0A37-3996-4B64-9C0A-A54BCC3EA6BA}">
      <dgm:prSet custT="1"/>
      <dgm:spPr/>
      <dgm:t>
        <a:bodyPr/>
        <a:lstStyle/>
        <a:p>
          <a:pPr rtl="0"/>
          <a:r>
            <a:rPr lang="fi-FI" sz="1600" dirty="0" smtClean="0"/>
            <a:t>Vaatimukset ja hyväksymis-testiohjattu kehitys</a:t>
          </a:r>
          <a:endParaRPr lang="en-US" sz="1600" dirty="0"/>
        </a:p>
      </dgm:t>
    </dgm:pt>
    <dgm:pt modelId="{80E2191C-1D1A-47AA-842D-64009A32EDB7}" type="parTrans" cxnId="{251371D5-2C5E-4EBD-ACCC-FE35F7543D60}">
      <dgm:prSet/>
      <dgm:spPr/>
      <dgm:t>
        <a:bodyPr/>
        <a:lstStyle/>
        <a:p>
          <a:endParaRPr lang="fi-FI" sz="1800"/>
        </a:p>
      </dgm:t>
    </dgm:pt>
    <dgm:pt modelId="{56C0928A-7EA9-42C0-9A29-47825D899D4F}" type="sibTrans" cxnId="{251371D5-2C5E-4EBD-ACCC-FE35F7543D60}">
      <dgm:prSet/>
      <dgm:spPr/>
      <dgm:t>
        <a:bodyPr/>
        <a:lstStyle/>
        <a:p>
          <a:endParaRPr lang="fi-FI" sz="1800"/>
        </a:p>
      </dgm:t>
    </dgm:pt>
    <dgm:pt modelId="{80925EED-1441-4DF2-ADCA-DEFC0758046C}">
      <dgm:prSet custT="1"/>
      <dgm:spPr/>
      <dgm:t>
        <a:bodyPr/>
        <a:lstStyle/>
        <a:p>
          <a:pPr rtl="0"/>
          <a:r>
            <a:rPr lang="fi-FI" sz="1600" dirty="0" smtClean="0"/>
            <a:t>Jatkuva integrointi</a:t>
          </a:r>
          <a:endParaRPr lang="fi-FI" sz="1600" dirty="0"/>
        </a:p>
      </dgm:t>
    </dgm:pt>
    <dgm:pt modelId="{4532DB22-9671-4E53-BF06-C9663B3EE1A1}" type="sibTrans" cxnId="{15DE493D-4526-46A3-ADD5-72BBDBFF4979}">
      <dgm:prSet/>
      <dgm:spPr/>
      <dgm:t>
        <a:bodyPr/>
        <a:lstStyle/>
        <a:p>
          <a:endParaRPr lang="fi-FI" sz="1800"/>
        </a:p>
      </dgm:t>
    </dgm:pt>
    <dgm:pt modelId="{9FA56589-B84D-4A74-AAFB-CDF4873928A2}" type="parTrans" cxnId="{15DE493D-4526-46A3-ADD5-72BBDBFF4979}">
      <dgm:prSet/>
      <dgm:spPr/>
      <dgm:t>
        <a:bodyPr/>
        <a:lstStyle/>
        <a:p>
          <a:endParaRPr lang="fi-FI" sz="1800"/>
        </a:p>
      </dgm:t>
    </dgm:pt>
    <dgm:pt modelId="{C31BA4C3-B958-4E11-B7C3-C2A236A8EB3B}">
      <dgm:prSet custT="1"/>
      <dgm:spPr/>
      <dgm:t>
        <a:bodyPr/>
        <a:lstStyle/>
        <a:p>
          <a:pPr rtl="0"/>
          <a:r>
            <a:rPr lang="fi-FI" sz="1600" dirty="0" smtClean="0"/>
            <a:t>Testauksen hallinta</a:t>
          </a:r>
          <a:endParaRPr lang="en-US" sz="1600" dirty="0"/>
        </a:p>
      </dgm:t>
    </dgm:pt>
    <dgm:pt modelId="{135DAC36-0DF2-4398-951B-28CFA21B8788}" type="parTrans" cxnId="{3DC6CCA9-3289-49ED-AD50-FA399B7CF3FD}">
      <dgm:prSet/>
      <dgm:spPr/>
      <dgm:t>
        <a:bodyPr/>
        <a:lstStyle/>
        <a:p>
          <a:endParaRPr lang="fi-FI" sz="1800"/>
        </a:p>
      </dgm:t>
    </dgm:pt>
    <dgm:pt modelId="{5E03A5A6-63E6-4AAD-9C85-3AFA2420A86B}" type="sibTrans" cxnId="{3DC6CCA9-3289-49ED-AD50-FA399B7CF3FD}">
      <dgm:prSet/>
      <dgm:spPr/>
      <dgm:t>
        <a:bodyPr/>
        <a:lstStyle/>
        <a:p>
          <a:endParaRPr lang="fi-FI" sz="1800"/>
        </a:p>
      </dgm:t>
    </dgm:pt>
    <dgm:pt modelId="{A53ACEF5-5EE8-41E2-B6D6-C74C7F15C95C}">
      <dgm:prSet custT="1"/>
      <dgm:spPr/>
      <dgm:t>
        <a:bodyPr/>
        <a:lstStyle/>
        <a:p>
          <a:pPr rtl="0"/>
          <a:r>
            <a:rPr lang="fi-FI" sz="1600" dirty="0" smtClean="0"/>
            <a:t>Mittarit</a:t>
          </a:r>
          <a:endParaRPr lang="fi-FI" sz="1600" dirty="0"/>
        </a:p>
      </dgm:t>
    </dgm:pt>
    <dgm:pt modelId="{69560B9A-A60F-4637-A32B-636AAAC54DB0}" type="parTrans" cxnId="{19C61E4D-528D-4F66-B9ED-BF77AAA08D82}">
      <dgm:prSet/>
      <dgm:spPr/>
      <dgm:t>
        <a:bodyPr/>
        <a:lstStyle/>
        <a:p>
          <a:endParaRPr lang="fi-FI" sz="1800"/>
        </a:p>
      </dgm:t>
    </dgm:pt>
    <dgm:pt modelId="{77146491-8700-47AB-ABF7-3BE839DD8C89}" type="sibTrans" cxnId="{19C61E4D-528D-4F66-B9ED-BF77AAA08D82}">
      <dgm:prSet/>
      <dgm:spPr/>
      <dgm:t>
        <a:bodyPr/>
        <a:lstStyle/>
        <a:p>
          <a:endParaRPr lang="fi-FI" sz="1800"/>
        </a:p>
      </dgm:t>
    </dgm:pt>
    <dgm:pt modelId="{95B352C6-C5E7-4083-93BA-0F69DDA0277F}">
      <dgm:prSet custT="1"/>
      <dgm:spPr/>
      <dgm:t>
        <a:bodyPr/>
        <a:lstStyle/>
        <a:p>
          <a:pPr marR="0" rtl="0" eaLnBrk="1" fontAlgn="auto" latinLnBrk="0" hangingPunct="1">
            <a:buClrTx/>
            <a:buSzTx/>
            <a:buFontTx/>
            <a:tabLst/>
            <a:defRPr/>
          </a:pPr>
          <a:r>
            <a:rPr lang="fi-FI" sz="1600" dirty="0" smtClean="0"/>
            <a:t>Dokumentaatio</a:t>
          </a:r>
          <a:endParaRPr lang="fi-FI" sz="1600" dirty="0"/>
        </a:p>
      </dgm:t>
    </dgm:pt>
    <dgm:pt modelId="{5D3D321A-5A91-452C-A4F9-DDF324254058}" type="parTrans" cxnId="{6702F975-EE5A-4B3A-819B-4D769DE2EDD0}">
      <dgm:prSet/>
      <dgm:spPr/>
      <dgm:t>
        <a:bodyPr/>
        <a:lstStyle/>
        <a:p>
          <a:endParaRPr lang="fi-FI" sz="1800"/>
        </a:p>
      </dgm:t>
    </dgm:pt>
    <dgm:pt modelId="{D1032473-79B1-4B99-B675-8BB11F5E92A0}" type="sibTrans" cxnId="{6702F975-EE5A-4B3A-819B-4D769DE2EDD0}">
      <dgm:prSet/>
      <dgm:spPr/>
      <dgm:t>
        <a:bodyPr/>
        <a:lstStyle/>
        <a:p>
          <a:endParaRPr lang="fi-FI" sz="1800"/>
        </a:p>
      </dgm:t>
    </dgm:pt>
    <dgm:pt modelId="{5CC6B45F-A032-48B1-AC89-723CB5731DA6}">
      <dgm:prSet custT="1"/>
      <dgm:spPr/>
      <dgm:t>
        <a:bodyPr/>
        <a:lstStyle/>
        <a:p>
          <a:r>
            <a:rPr lang="fi-FI" sz="1600" dirty="0" smtClean="0"/>
            <a:t>Testi-automaatio</a:t>
          </a:r>
          <a:endParaRPr lang="fi-FI" sz="1600" dirty="0"/>
        </a:p>
      </dgm:t>
    </dgm:pt>
    <dgm:pt modelId="{ACE1AE1F-A6A3-4BC7-821F-C9E3D9ACDC74}" type="parTrans" cxnId="{20F8098D-A05C-49B4-950A-565A1779F2CD}">
      <dgm:prSet/>
      <dgm:spPr/>
      <dgm:t>
        <a:bodyPr/>
        <a:lstStyle/>
        <a:p>
          <a:endParaRPr lang="fi-FI" sz="1800"/>
        </a:p>
      </dgm:t>
    </dgm:pt>
    <dgm:pt modelId="{36D246C1-F80B-41F2-9433-62746058ABD0}" type="sibTrans" cxnId="{20F8098D-A05C-49B4-950A-565A1779F2CD}">
      <dgm:prSet/>
      <dgm:spPr/>
      <dgm:t>
        <a:bodyPr/>
        <a:lstStyle/>
        <a:p>
          <a:endParaRPr lang="fi-FI" sz="1800"/>
        </a:p>
      </dgm:t>
    </dgm:pt>
    <dgm:pt modelId="{08DFE00A-129B-475A-877D-F98A2C8EA242}">
      <dgm:prSet custT="1"/>
      <dgm:spPr/>
      <dgm:t>
        <a:bodyPr/>
        <a:lstStyle/>
        <a:p>
          <a:pPr marR="0" rtl="0" eaLnBrk="1" fontAlgn="auto" latinLnBrk="0" hangingPunct="1">
            <a:buClrTx/>
            <a:buSzTx/>
            <a:buFontTx/>
            <a:tabLst/>
            <a:defRPr/>
          </a:pPr>
          <a:r>
            <a:rPr lang="fi-FI" sz="1600" dirty="0" smtClean="0"/>
            <a:t>Hyväksymistestit</a:t>
          </a:r>
          <a:endParaRPr lang="fi-FI" sz="1600" dirty="0"/>
        </a:p>
      </dgm:t>
    </dgm:pt>
    <dgm:pt modelId="{4A14A3AA-2455-49C2-9043-EA3E03C94CEA}" type="parTrans" cxnId="{4F0B4E38-5B68-4BDA-9E82-221DAFA0D6A2}">
      <dgm:prSet/>
      <dgm:spPr/>
      <dgm:t>
        <a:bodyPr/>
        <a:lstStyle/>
        <a:p>
          <a:endParaRPr lang="fi-FI"/>
        </a:p>
      </dgm:t>
    </dgm:pt>
    <dgm:pt modelId="{8C6BB5C5-A2AA-4CAD-A46F-A64D3545DBF2}" type="sibTrans" cxnId="{4F0B4E38-5B68-4BDA-9E82-221DAFA0D6A2}">
      <dgm:prSet/>
      <dgm:spPr/>
      <dgm:t>
        <a:bodyPr/>
        <a:lstStyle/>
        <a:p>
          <a:endParaRPr lang="fi-FI"/>
        </a:p>
      </dgm:t>
    </dgm:pt>
    <dgm:pt modelId="{80B393ED-AF20-4EC7-B392-49545AD72664}">
      <dgm:prSet custT="1"/>
      <dgm:spPr/>
      <dgm:t>
        <a:bodyPr/>
        <a:lstStyle/>
        <a:p>
          <a:pPr rtl="0"/>
          <a:r>
            <a:rPr lang="fi-FI" sz="1600" dirty="0" smtClean="0"/>
            <a:t>Ketterä testiautomaatio</a:t>
          </a:r>
          <a:endParaRPr lang="fi-FI" sz="1600" dirty="0"/>
        </a:p>
      </dgm:t>
    </dgm:pt>
    <dgm:pt modelId="{FCD65EE4-04BE-4BA8-9759-06D0239BC1CF}" type="parTrans" cxnId="{CDD9C8BA-EF14-4D47-B964-8F6A3817C0E8}">
      <dgm:prSet/>
      <dgm:spPr/>
      <dgm:t>
        <a:bodyPr/>
        <a:lstStyle/>
        <a:p>
          <a:endParaRPr lang="fi-FI"/>
        </a:p>
      </dgm:t>
    </dgm:pt>
    <dgm:pt modelId="{1BBE959D-AF51-4242-AFF2-2384DDA03068}" type="sibTrans" cxnId="{CDD9C8BA-EF14-4D47-B964-8F6A3817C0E8}">
      <dgm:prSet/>
      <dgm:spPr/>
      <dgm:t>
        <a:bodyPr/>
        <a:lstStyle/>
        <a:p>
          <a:endParaRPr lang="fi-FI"/>
        </a:p>
      </dgm:t>
    </dgm:pt>
    <dgm:pt modelId="{49056608-284B-41CD-8ADB-3FDE4D94AB7D}">
      <dgm:prSet custT="1"/>
      <dgm:spPr/>
      <dgm:t>
        <a:bodyPr/>
        <a:lstStyle/>
        <a:p>
          <a:pPr rtl="0"/>
          <a:r>
            <a:rPr lang="fi-FI" sz="1600" dirty="0" smtClean="0"/>
            <a:t>Inkrementtisuunnittelu</a:t>
          </a:r>
          <a:endParaRPr lang="fi-FI" sz="1600" dirty="0"/>
        </a:p>
      </dgm:t>
    </dgm:pt>
    <dgm:pt modelId="{118BCB87-D671-4AB7-9908-05F43A2E843E}" type="parTrans" cxnId="{4749D8C8-5C9F-4FB3-8F3C-01022DDB2E1B}">
      <dgm:prSet/>
      <dgm:spPr/>
    </dgm:pt>
    <dgm:pt modelId="{1BA99C48-905F-47B0-B670-BDD8FDF137C4}" type="sibTrans" cxnId="{4749D8C8-5C9F-4FB3-8F3C-01022DDB2E1B}">
      <dgm:prSet/>
      <dgm:spPr/>
    </dgm:pt>
    <dgm:pt modelId="{3E0474F6-28FF-4E2A-9CE3-47E7144861B8}">
      <dgm:prSet custT="1"/>
      <dgm:spPr/>
      <dgm:t>
        <a:bodyPr/>
        <a:lstStyle/>
        <a:p>
          <a:pPr rtl="0"/>
          <a:r>
            <a:rPr lang="fi-FI" sz="1600" dirty="0" smtClean="0"/>
            <a:t>Julkaisusuunnittelu</a:t>
          </a:r>
          <a:endParaRPr lang="fi-FI" sz="1600" dirty="0"/>
        </a:p>
      </dgm:t>
    </dgm:pt>
    <dgm:pt modelId="{AAD8D21F-2F28-41F2-AA7F-D2296ECD10F5}" type="parTrans" cxnId="{4DDA85C5-47C2-4EC3-BA32-9B55593846E6}">
      <dgm:prSet/>
      <dgm:spPr/>
    </dgm:pt>
    <dgm:pt modelId="{301C377B-C97C-44D4-96E8-495FD96130EB}" type="sibTrans" cxnId="{4DDA85C5-47C2-4EC3-BA32-9B55593846E6}">
      <dgm:prSet/>
      <dgm:spPr/>
    </dgm:pt>
    <dgm:pt modelId="{71E1A4A0-F53B-46FD-8EB5-746260CA76E9}">
      <dgm:prSet custT="1"/>
      <dgm:spPr/>
      <dgm:t>
        <a:bodyPr/>
        <a:lstStyle/>
        <a:p>
          <a:pPr rtl="0"/>
          <a:r>
            <a:rPr lang="fi-FI" sz="1600" dirty="0" smtClean="0"/>
            <a:t>Testaus inkrementeissä</a:t>
          </a:r>
          <a:endParaRPr lang="fi-FI" sz="1600" dirty="0"/>
        </a:p>
      </dgm:t>
    </dgm:pt>
    <dgm:pt modelId="{13232243-AB08-4227-9BAC-6ED7FE50BBA6}" type="parTrans" cxnId="{AE2593A1-7008-4C42-96E4-01BB204E1EAE}">
      <dgm:prSet/>
      <dgm:spPr/>
    </dgm:pt>
    <dgm:pt modelId="{C9859194-3246-43C4-99DE-C50EBC67532F}" type="sibTrans" cxnId="{AE2593A1-7008-4C42-96E4-01BB204E1EAE}">
      <dgm:prSet/>
      <dgm:spPr/>
    </dgm:pt>
    <dgm:pt modelId="{A7B9EF29-C5CA-4E82-8A3E-0C9D22914FDC}">
      <dgm:prSet custT="1"/>
      <dgm:spPr/>
      <dgm:t>
        <a:bodyPr/>
        <a:lstStyle/>
        <a:p>
          <a:pPr rtl="0"/>
          <a:r>
            <a:rPr lang="fi-FI" sz="1600" dirty="0" smtClean="0"/>
            <a:t>Havaintojen raportointi</a:t>
          </a:r>
          <a:endParaRPr lang="fi-FI" sz="1600" dirty="0"/>
        </a:p>
      </dgm:t>
    </dgm:pt>
    <dgm:pt modelId="{DB480880-BA03-4F82-AF7B-A0D53804B274}" type="parTrans" cxnId="{3CAD0DA5-9BD7-42F4-8FED-98533DF4CA1C}">
      <dgm:prSet/>
      <dgm:spPr/>
    </dgm:pt>
    <dgm:pt modelId="{19CA3980-244A-406B-8C67-6B2FCA3DB273}" type="sibTrans" cxnId="{3CAD0DA5-9BD7-42F4-8FED-98533DF4CA1C}">
      <dgm:prSet/>
      <dgm:spPr/>
    </dgm:pt>
    <dgm:pt modelId="{839DAA1E-965A-47C3-A43A-11065EE10B96}" type="pres">
      <dgm:prSet presAssocID="{9998B519-03B6-4420-B2B1-FE85B07BB86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i-FI"/>
        </a:p>
      </dgm:t>
    </dgm:pt>
    <dgm:pt modelId="{1E15A9A0-54DC-418F-B00C-3E01C32BEAE1}" type="pres">
      <dgm:prSet presAssocID="{98AED58E-7E7C-416A-8A18-20CA5C05518C}" presName="linNode" presStyleCnt="0"/>
      <dgm:spPr/>
    </dgm:pt>
    <dgm:pt modelId="{F2F08941-5A68-411E-AD7F-6EF46FD56FBD}" type="pres">
      <dgm:prSet presAssocID="{98AED58E-7E7C-416A-8A18-20CA5C05518C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3E0795D4-4188-4949-AE94-2A791BCE1FD9}" type="pres">
      <dgm:prSet presAssocID="{98AED58E-7E7C-416A-8A18-20CA5C05518C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36D3ACFC-26E0-45C8-A1C3-BE3B78CF069D}" type="pres">
      <dgm:prSet presAssocID="{7B7043EF-82C6-49F3-872D-29988068644C}" presName="sp" presStyleCnt="0"/>
      <dgm:spPr/>
    </dgm:pt>
    <dgm:pt modelId="{FCA73F41-6637-4792-B146-2F852EE33B87}" type="pres">
      <dgm:prSet presAssocID="{C31BA4C3-B958-4E11-B7C3-C2A236A8EB3B}" presName="linNode" presStyleCnt="0"/>
      <dgm:spPr/>
    </dgm:pt>
    <dgm:pt modelId="{6008EA90-E6B1-4498-ABE6-BCDF0E0818F9}" type="pres">
      <dgm:prSet presAssocID="{C31BA4C3-B958-4E11-B7C3-C2A236A8EB3B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B9ADED97-AC03-45B3-9A41-1A0C1968CFF9}" type="pres">
      <dgm:prSet presAssocID="{C31BA4C3-B958-4E11-B7C3-C2A236A8EB3B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9C05B516-FF87-4BA1-96C0-F306926B9554}" type="pres">
      <dgm:prSet presAssocID="{5E03A5A6-63E6-4AAD-9C85-3AFA2420A86B}" presName="sp" presStyleCnt="0"/>
      <dgm:spPr/>
    </dgm:pt>
    <dgm:pt modelId="{E9DA7CE4-CC12-4EBB-A6B7-059B79834B7E}" type="pres">
      <dgm:prSet presAssocID="{228F0A37-3996-4B64-9C0A-A54BCC3EA6BA}" presName="linNode" presStyleCnt="0"/>
      <dgm:spPr/>
    </dgm:pt>
    <dgm:pt modelId="{BA4D8448-5FCE-4939-A31F-189DD0695EDD}" type="pres">
      <dgm:prSet presAssocID="{228F0A37-3996-4B64-9C0A-A54BCC3EA6BA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25BA6B9A-BD30-4EEB-BF01-6CE0D866FE92}" type="pres">
      <dgm:prSet presAssocID="{228F0A37-3996-4B64-9C0A-A54BCC3EA6BA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A24F7DA3-FC33-40E2-9E71-B9882F04CC75}" type="pres">
      <dgm:prSet presAssocID="{56C0928A-7EA9-42C0-9A29-47825D899D4F}" presName="sp" presStyleCnt="0"/>
      <dgm:spPr/>
    </dgm:pt>
    <dgm:pt modelId="{84F3CB32-DDE5-45B2-9385-0CD91C557D89}" type="pres">
      <dgm:prSet presAssocID="{5CC6B45F-A032-48B1-AC89-723CB5731DA6}" presName="linNode" presStyleCnt="0"/>
      <dgm:spPr/>
    </dgm:pt>
    <dgm:pt modelId="{6E4EC516-9261-48FC-9264-8581F4CB680E}" type="pres">
      <dgm:prSet presAssocID="{5CC6B45F-A032-48B1-AC89-723CB5731DA6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F49AC9AF-1A8A-4450-AECD-FC6A5E789BAA}" type="pres">
      <dgm:prSet presAssocID="{5CC6B45F-A032-48B1-AC89-723CB5731DA6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</dgm:ptLst>
  <dgm:cxnLst>
    <dgm:cxn modelId="{AB4529FD-0D4B-4A10-934C-43CB3D7D0A28}" type="presOf" srcId="{9998B519-03B6-4420-B2B1-FE85B07BB863}" destId="{839DAA1E-965A-47C3-A43A-11065EE10B96}" srcOrd="0" destOrd="0" presId="urn:microsoft.com/office/officeart/2005/8/layout/vList5"/>
    <dgm:cxn modelId="{AE2593A1-7008-4C42-96E4-01BB204E1EAE}" srcId="{98AED58E-7E7C-416A-8A18-20CA5C05518C}" destId="{71E1A4A0-F53B-46FD-8EB5-746260CA76E9}" srcOrd="0" destOrd="0" parTransId="{13232243-AB08-4227-9BAC-6ED7FE50BBA6}" sibTransId="{C9859194-3246-43C4-99DE-C50EBC67532F}"/>
    <dgm:cxn modelId="{2434659F-4EAE-4008-B59B-6A687E6D7354}" type="presOf" srcId="{98AED58E-7E7C-416A-8A18-20CA5C05518C}" destId="{F2F08941-5A68-411E-AD7F-6EF46FD56FBD}" srcOrd="0" destOrd="0" presId="urn:microsoft.com/office/officeart/2005/8/layout/vList5"/>
    <dgm:cxn modelId="{4F0B4E38-5B68-4BDA-9E82-221DAFA0D6A2}" srcId="{228F0A37-3996-4B64-9C0A-A54BCC3EA6BA}" destId="{08DFE00A-129B-475A-877D-F98A2C8EA242}" srcOrd="1" destOrd="0" parTransId="{4A14A3AA-2455-49C2-9043-EA3E03C94CEA}" sibTransId="{8C6BB5C5-A2AA-4CAD-A46F-A64D3545DBF2}"/>
    <dgm:cxn modelId="{19C61E4D-528D-4F66-B9ED-BF77AAA08D82}" srcId="{C31BA4C3-B958-4E11-B7C3-C2A236A8EB3B}" destId="{A53ACEF5-5EE8-41E2-B6D6-C74C7F15C95C}" srcOrd="2" destOrd="0" parTransId="{69560B9A-A60F-4637-A32B-636AAAC54DB0}" sibTransId="{77146491-8700-47AB-ABF7-3BE839DD8C89}"/>
    <dgm:cxn modelId="{20F8098D-A05C-49B4-950A-565A1779F2CD}" srcId="{9998B519-03B6-4420-B2B1-FE85B07BB863}" destId="{5CC6B45F-A032-48B1-AC89-723CB5731DA6}" srcOrd="3" destOrd="0" parTransId="{ACE1AE1F-A6A3-4BC7-821F-C9E3D9ACDC74}" sibTransId="{36D246C1-F80B-41F2-9433-62746058ABD0}"/>
    <dgm:cxn modelId="{3DC6CCA9-3289-49ED-AD50-FA399B7CF3FD}" srcId="{9998B519-03B6-4420-B2B1-FE85B07BB863}" destId="{C31BA4C3-B958-4E11-B7C3-C2A236A8EB3B}" srcOrd="1" destOrd="0" parTransId="{135DAC36-0DF2-4398-951B-28CFA21B8788}" sibTransId="{5E03A5A6-63E6-4AAD-9C85-3AFA2420A86B}"/>
    <dgm:cxn modelId="{6E3089A2-3ED6-4C75-8F36-689FD4395D2A}" type="presOf" srcId="{80925EED-1441-4DF2-ADCA-DEFC0758046C}" destId="{F49AC9AF-1A8A-4450-AECD-FC6A5E789BAA}" srcOrd="0" destOrd="0" presId="urn:microsoft.com/office/officeart/2005/8/layout/vList5"/>
    <dgm:cxn modelId="{23D9DC19-F53F-4AF4-BCC2-AD7BE65BF063}" srcId="{9998B519-03B6-4420-B2B1-FE85B07BB863}" destId="{98AED58E-7E7C-416A-8A18-20CA5C05518C}" srcOrd="0" destOrd="0" parTransId="{0A6D6936-CA06-4D83-B067-BEB710A210C1}" sibTransId="{7B7043EF-82C6-49F3-872D-29988068644C}"/>
    <dgm:cxn modelId="{B1F9720F-0D8E-4096-B17D-76F6D4D50FDD}" type="presOf" srcId="{71E1A4A0-F53B-46FD-8EB5-746260CA76E9}" destId="{3E0795D4-4188-4949-AE94-2A791BCE1FD9}" srcOrd="0" destOrd="0" presId="urn:microsoft.com/office/officeart/2005/8/layout/vList5"/>
    <dgm:cxn modelId="{CDD9C8BA-EF14-4D47-B964-8F6A3817C0E8}" srcId="{5CC6B45F-A032-48B1-AC89-723CB5731DA6}" destId="{80B393ED-AF20-4EC7-B392-49545AD72664}" srcOrd="1" destOrd="0" parTransId="{FCD65EE4-04BE-4BA8-9759-06D0239BC1CF}" sibTransId="{1BBE959D-AF51-4242-AFF2-2384DDA03068}"/>
    <dgm:cxn modelId="{4DDA85C5-47C2-4EC3-BA32-9B55593846E6}" srcId="{C31BA4C3-B958-4E11-B7C3-C2A236A8EB3B}" destId="{3E0474F6-28FF-4E2A-9CE3-47E7144861B8}" srcOrd="1" destOrd="0" parTransId="{AAD8D21F-2F28-41F2-AA7F-D2296ECD10F5}" sibTransId="{301C377B-C97C-44D4-96E8-495FD96130EB}"/>
    <dgm:cxn modelId="{251371D5-2C5E-4EBD-ACCC-FE35F7543D60}" srcId="{9998B519-03B6-4420-B2B1-FE85B07BB863}" destId="{228F0A37-3996-4B64-9C0A-A54BCC3EA6BA}" srcOrd="2" destOrd="0" parTransId="{80E2191C-1D1A-47AA-842D-64009A32EDB7}" sibTransId="{56C0928A-7EA9-42C0-9A29-47825D899D4F}"/>
    <dgm:cxn modelId="{F9A86082-0B5D-488A-9039-18300BE4A15C}" type="presOf" srcId="{49056608-284B-41CD-8ADB-3FDE4D94AB7D}" destId="{B9ADED97-AC03-45B3-9A41-1A0C1968CFF9}" srcOrd="0" destOrd="0" presId="urn:microsoft.com/office/officeart/2005/8/layout/vList5"/>
    <dgm:cxn modelId="{3CAD0DA5-9BD7-42F4-8FED-98533DF4CA1C}" srcId="{98AED58E-7E7C-416A-8A18-20CA5C05518C}" destId="{A7B9EF29-C5CA-4E82-8A3E-0C9D22914FDC}" srcOrd="1" destOrd="0" parTransId="{DB480880-BA03-4F82-AF7B-A0D53804B274}" sibTransId="{19CA3980-244A-406B-8C67-6B2FCA3DB273}"/>
    <dgm:cxn modelId="{7BCFE223-C76C-4A0A-9B27-4590A634FB15}" type="presOf" srcId="{5CC6B45F-A032-48B1-AC89-723CB5731DA6}" destId="{6E4EC516-9261-48FC-9264-8581F4CB680E}" srcOrd="0" destOrd="0" presId="urn:microsoft.com/office/officeart/2005/8/layout/vList5"/>
    <dgm:cxn modelId="{48328D5A-F9B9-4B61-BB4D-2FA901122EB2}" type="presOf" srcId="{C31BA4C3-B958-4E11-B7C3-C2A236A8EB3B}" destId="{6008EA90-E6B1-4498-ABE6-BCDF0E0818F9}" srcOrd="0" destOrd="0" presId="urn:microsoft.com/office/officeart/2005/8/layout/vList5"/>
    <dgm:cxn modelId="{F98EE026-4DB4-406D-ACE0-799B0A0C915C}" type="presOf" srcId="{08DFE00A-129B-475A-877D-F98A2C8EA242}" destId="{25BA6B9A-BD30-4EEB-BF01-6CE0D866FE92}" srcOrd="0" destOrd="1" presId="urn:microsoft.com/office/officeart/2005/8/layout/vList5"/>
    <dgm:cxn modelId="{15DE493D-4526-46A3-ADD5-72BBDBFF4979}" srcId="{5CC6B45F-A032-48B1-AC89-723CB5731DA6}" destId="{80925EED-1441-4DF2-ADCA-DEFC0758046C}" srcOrd="0" destOrd="0" parTransId="{9FA56589-B84D-4A74-AAFB-CDF4873928A2}" sibTransId="{4532DB22-9671-4E53-BF06-C9663B3EE1A1}"/>
    <dgm:cxn modelId="{53426730-0913-4693-AE30-A6F9496BFE40}" type="presOf" srcId="{80B393ED-AF20-4EC7-B392-49545AD72664}" destId="{F49AC9AF-1A8A-4450-AECD-FC6A5E789BAA}" srcOrd="0" destOrd="1" presId="urn:microsoft.com/office/officeart/2005/8/layout/vList5"/>
    <dgm:cxn modelId="{6702F975-EE5A-4B3A-819B-4D769DE2EDD0}" srcId="{228F0A37-3996-4B64-9C0A-A54BCC3EA6BA}" destId="{95B352C6-C5E7-4083-93BA-0F69DDA0277F}" srcOrd="0" destOrd="0" parTransId="{5D3D321A-5A91-452C-A4F9-DDF324254058}" sibTransId="{D1032473-79B1-4B99-B675-8BB11F5E92A0}"/>
    <dgm:cxn modelId="{218BEC43-C040-4128-93DB-E4E92A04A37D}" type="presOf" srcId="{3E0474F6-28FF-4E2A-9CE3-47E7144861B8}" destId="{B9ADED97-AC03-45B3-9A41-1A0C1968CFF9}" srcOrd="0" destOrd="1" presId="urn:microsoft.com/office/officeart/2005/8/layout/vList5"/>
    <dgm:cxn modelId="{4749D8C8-5C9F-4FB3-8F3C-01022DDB2E1B}" srcId="{C31BA4C3-B958-4E11-B7C3-C2A236A8EB3B}" destId="{49056608-284B-41CD-8ADB-3FDE4D94AB7D}" srcOrd="0" destOrd="0" parTransId="{118BCB87-D671-4AB7-9908-05F43A2E843E}" sibTransId="{1BA99C48-905F-47B0-B670-BDD8FDF137C4}"/>
    <dgm:cxn modelId="{2417981B-3CDC-48D2-9588-D026F67ACE8D}" type="presOf" srcId="{95B352C6-C5E7-4083-93BA-0F69DDA0277F}" destId="{25BA6B9A-BD30-4EEB-BF01-6CE0D866FE92}" srcOrd="0" destOrd="0" presId="urn:microsoft.com/office/officeart/2005/8/layout/vList5"/>
    <dgm:cxn modelId="{6EA2821C-783B-4104-81EB-AE87EADC450F}" type="presOf" srcId="{228F0A37-3996-4B64-9C0A-A54BCC3EA6BA}" destId="{BA4D8448-5FCE-4939-A31F-189DD0695EDD}" srcOrd="0" destOrd="0" presId="urn:microsoft.com/office/officeart/2005/8/layout/vList5"/>
    <dgm:cxn modelId="{CDB05C56-9945-4912-A89E-73287ABD3E2A}" type="presOf" srcId="{A7B9EF29-C5CA-4E82-8A3E-0C9D22914FDC}" destId="{3E0795D4-4188-4949-AE94-2A791BCE1FD9}" srcOrd="0" destOrd="1" presId="urn:microsoft.com/office/officeart/2005/8/layout/vList5"/>
    <dgm:cxn modelId="{D43E6D4B-83F1-4954-B0B4-E37D17286D93}" type="presOf" srcId="{A53ACEF5-5EE8-41E2-B6D6-C74C7F15C95C}" destId="{B9ADED97-AC03-45B3-9A41-1A0C1968CFF9}" srcOrd="0" destOrd="2" presId="urn:microsoft.com/office/officeart/2005/8/layout/vList5"/>
    <dgm:cxn modelId="{76814E4E-9A04-4298-B337-CCD444CC4957}" type="presParOf" srcId="{839DAA1E-965A-47C3-A43A-11065EE10B96}" destId="{1E15A9A0-54DC-418F-B00C-3E01C32BEAE1}" srcOrd="0" destOrd="0" presId="urn:microsoft.com/office/officeart/2005/8/layout/vList5"/>
    <dgm:cxn modelId="{CF55D137-2094-4AD3-8505-BD5F1A475B94}" type="presParOf" srcId="{1E15A9A0-54DC-418F-B00C-3E01C32BEAE1}" destId="{F2F08941-5A68-411E-AD7F-6EF46FD56FBD}" srcOrd="0" destOrd="0" presId="urn:microsoft.com/office/officeart/2005/8/layout/vList5"/>
    <dgm:cxn modelId="{7C93E143-9F36-4DA6-87A9-8A175AFD3057}" type="presParOf" srcId="{1E15A9A0-54DC-418F-B00C-3E01C32BEAE1}" destId="{3E0795D4-4188-4949-AE94-2A791BCE1FD9}" srcOrd="1" destOrd="0" presId="urn:microsoft.com/office/officeart/2005/8/layout/vList5"/>
    <dgm:cxn modelId="{F0AC0E81-B11A-496C-B10A-C3AFD715EFD4}" type="presParOf" srcId="{839DAA1E-965A-47C3-A43A-11065EE10B96}" destId="{36D3ACFC-26E0-45C8-A1C3-BE3B78CF069D}" srcOrd="1" destOrd="0" presId="urn:microsoft.com/office/officeart/2005/8/layout/vList5"/>
    <dgm:cxn modelId="{C51A3227-7614-4EE3-BB49-8279A77874A6}" type="presParOf" srcId="{839DAA1E-965A-47C3-A43A-11065EE10B96}" destId="{FCA73F41-6637-4792-B146-2F852EE33B87}" srcOrd="2" destOrd="0" presId="urn:microsoft.com/office/officeart/2005/8/layout/vList5"/>
    <dgm:cxn modelId="{7E906CE7-EA9B-4654-969C-A06153EF0C25}" type="presParOf" srcId="{FCA73F41-6637-4792-B146-2F852EE33B87}" destId="{6008EA90-E6B1-4498-ABE6-BCDF0E0818F9}" srcOrd="0" destOrd="0" presId="urn:microsoft.com/office/officeart/2005/8/layout/vList5"/>
    <dgm:cxn modelId="{6279DDD7-09CD-454A-8320-0A6B5C2FBE2F}" type="presParOf" srcId="{FCA73F41-6637-4792-B146-2F852EE33B87}" destId="{B9ADED97-AC03-45B3-9A41-1A0C1968CFF9}" srcOrd="1" destOrd="0" presId="urn:microsoft.com/office/officeart/2005/8/layout/vList5"/>
    <dgm:cxn modelId="{4B71C694-17DA-4D5F-AA8C-0F36860DFDFC}" type="presParOf" srcId="{839DAA1E-965A-47C3-A43A-11065EE10B96}" destId="{9C05B516-FF87-4BA1-96C0-F306926B9554}" srcOrd="3" destOrd="0" presId="urn:microsoft.com/office/officeart/2005/8/layout/vList5"/>
    <dgm:cxn modelId="{68AD6D11-C77D-47CA-A2DA-EA46876D819C}" type="presParOf" srcId="{839DAA1E-965A-47C3-A43A-11065EE10B96}" destId="{E9DA7CE4-CC12-4EBB-A6B7-059B79834B7E}" srcOrd="4" destOrd="0" presId="urn:microsoft.com/office/officeart/2005/8/layout/vList5"/>
    <dgm:cxn modelId="{F1E565ED-C6FE-4B6B-8172-3EA4A4706579}" type="presParOf" srcId="{E9DA7CE4-CC12-4EBB-A6B7-059B79834B7E}" destId="{BA4D8448-5FCE-4939-A31F-189DD0695EDD}" srcOrd="0" destOrd="0" presId="urn:microsoft.com/office/officeart/2005/8/layout/vList5"/>
    <dgm:cxn modelId="{F255B20C-D2D8-4E37-ADA6-CB4EF6A4CE0B}" type="presParOf" srcId="{E9DA7CE4-CC12-4EBB-A6B7-059B79834B7E}" destId="{25BA6B9A-BD30-4EEB-BF01-6CE0D866FE92}" srcOrd="1" destOrd="0" presId="urn:microsoft.com/office/officeart/2005/8/layout/vList5"/>
    <dgm:cxn modelId="{29B62F05-2707-4333-B52B-59F4909C88C4}" type="presParOf" srcId="{839DAA1E-965A-47C3-A43A-11065EE10B96}" destId="{A24F7DA3-FC33-40E2-9E71-B9882F04CC75}" srcOrd="5" destOrd="0" presId="urn:microsoft.com/office/officeart/2005/8/layout/vList5"/>
    <dgm:cxn modelId="{E4812DD8-DE9E-4578-9B69-C676F48B739E}" type="presParOf" srcId="{839DAA1E-965A-47C3-A43A-11065EE10B96}" destId="{84F3CB32-DDE5-45B2-9385-0CD91C557D89}" srcOrd="6" destOrd="0" presId="urn:microsoft.com/office/officeart/2005/8/layout/vList5"/>
    <dgm:cxn modelId="{FB71E6C5-316F-4224-BC22-7395F6AC506F}" type="presParOf" srcId="{84F3CB32-DDE5-45B2-9385-0CD91C557D89}" destId="{6E4EC516-9261-48FC-9264-8581F4CB680E}" srcOrd="0" destOrd="0" presId="urn:microsoft.com/office/officeart/2005/8/layout/vList5"/>
    <dgm:cxn modelId="{E0ADB12C-3599-4B1A-8907-4F9C0C694042}" type="presParOf" srcId="{84F3CB32-DDE5-45B2-9385-0CD91C557D89}" destId="{F49AC9AF-1A8A-4450-AECD-FC6A5E789BA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795D4-4188-4949-AE94-2A791BCE1FD9}">
      <dsp:nvSpPr>
        <dsp:cNvPr id="0" name=""/>
        <dsp:cNvSpPr/>
      </dsp:nvSpPr>
      <dsp:spPr>
        <a:xfrm rot="5400000">
          <a:off x="2414079" y="-794103"/>
          <a:ext cx="871601" cy="268224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Määritelmä</a:t>
          </a:r>
          <a:endParaRPr lang="fi-FI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Vaihteluväli</a:t>
          </a:r>
          <a:endParaRPr lang="fi-FI" sz="1600" kern="1200" dirty="0"/>
        </a:p>
      </dsp:txBody>
      <dsp:txXfrm rot="-5400000">
        <a:off x="1508760" y="153764"/>
        <a:ext cx="2639692" cy="786505"/>
      </dsp:txXfrm>
    </dsp:sp>
    <dsp:sp modelId="{F2F08941-5A68-411E-AD7F-6EF46FD56FBD}">
      <dsp:nvSpPr>
        <dsp:cNvPr id="0" name=""/>
        <dsp:cNvSpPr/>
      </dsp:nvSpPr>
      <dsp:spPr>
        <a:xfrm>
          <a:off x="0" y="2265"/>
          <a:ext cx="1508760" cy="108950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Ketterä testaus</a:t>
          </a:r>
          <a:endParaRPr lang="en-US" sz="1600" kern="1200" dirty="0"/>
        </a:p>
      </dsp:txBody>
      <dsp:txXfrm>
        <a:off x="53185" y="55450"/>
        <a:ext cx="1402390" cy="983131"/>
      </dsp:txXfrm>
    </dsp:sp>
    <dsp:sp modelId="{B9ADED97-AC03-45B3-9A41-1A0C1968CFF9}">
      <dsp:nvSpPr>
        <dsp:cNvPr id="0" name=""/>
        <dsp:cNvSpPr/>
      </dsp:nvSpPr>
      <dsp:spPr>
        <a:xfrm rot="5400000">
          <a:off x="2414079" y="349873"/>
          <a:ext cx="871601" cy="268224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Scrum, XP ja muut</a:t>
          </a:r>
          <a:endParaRPr lang="fi-FI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Termistö</a:t>
          </a:r>
          <a:endParaRPr lang="fi-FI" sz="1600" kern="1200" dirty="0"/>
        </a:p>
      </dsp:txBody>
      <dsp:txXfrm rot="-5400000">
        <a:off x="1508760" y="1297740"/>
        <a:ext cx="2639692" cy="786505"/>
      </dsp:txXfrm>
    </dsp:sp>
    <dsp:sp modelId="{6008EA90-E6B1-4498-ABE6-BCDF0E0818F9}">
      <dsp:nvSpPr>
        <dsp:cNvPr id="0" name=""/>
        <dsp:cNvSpPr/>
      </dsp:nvSpPr>
      <dsp:spPr>
        <a:xfrm>
          <a:off x="0" y="1146242"/>
          <a:ext cx="1508760" cy="108950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Ketterät menetelmät</a:t>
          </a:r>
          <a:endParaRPr lang="en-US" sz="1600" kern="1200" dirty="0"/>
        </a:p>
      </dsp:txBody>
      <dsp:txXfrm>
        <a:off x="53185" y="1199427"/>
        <a:ext cx="1402390" cy="983131"/>
      </dsp:txXfrm>
    </dsp:sp>
    <dsp:sp modelId="{25BA6B9A-BD30-4EEB-BF01-6CE0D866FE92}">
      <dsp:nvSpPr>
        <dsp:cNvPr id="0" name=""/>
        <dsp:cNvSpPr/>
      </dsp:nvSpPr>
      <dsp:spPr>
        <a:xfrm rot="5400000">
          <a:off x="2414079" y="1493849"/>
          <a:ext cx="871601" cy="268224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marR="0" lvl="1" indent="-171450" algn="l" defTabSz="711200" rtl="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•"/>
            <a:tabLst/>
            <a:defRPr/>
          </a:pPr>
          <a:r>
            <a:rPr lang="fi-FI" sz="1600" kern="1200" dirty="0" smtClean="0"/>
            <a:t>Suunnittelumekanismit</a:t>
          </a:r>
          <a:endParaRPr lang="fi-FI" sz="1600" kern="1200" dirty="0"/>
        </a:p>
        <a:p>
          <a:pPr marL="171450" marR="0" lvl="1" indent="-171450" algn="l" defTabSz="711200" rtl="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•"/>
            <a:tabLst/>
            <a:defRPr/>
          </a:pPr>
          <a:r>
            <a:rPr lang="fi-FI" sz="1600" kern="1200" dirty="0" smtClean="0"/>
            <a:t>Siirtymä ketteriin</a:t>
          </a:r>
          <a:endParaRPr lang="fi-FI" sz="1600" kern="1200" dirty="0"/>
        </a:p>
      </dsp:txBody>
      <dsp:txXfrm rot="-5400000">
        <a:off x="1508760" y="2441716"/>
        <a:ext cx="2639692" cy="786505"/>
      </dsp:txXfrm>
    </dsp:sp>
    <dsp:sp modelId="{BA4D8448-5FCE-4939-A31F-189DD0695EDD}">
      <dsp:nvSpPr>
        <dsp:cNvPr id="0" name=""/>
        <dsp:cNvSpPr/>
      </dsp:nvSpPr>
      <dsp:spPr>
        <a:xfrm>
          <a:off x="0" y="2290219"/>
          <a:ext cx="1508760" cy="108950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Ketterä suunnittelu</a:t>
          </a:r>
          <a:endParaRPr lang="en-US" sz="1600" kern="1200" dirty="0"/>
        </a:p>
      </dsp:txBody>
      <dsp:txXfrm>
        <a:off x="53185" y="2343404"/>
        <a:ext cx="1402390" cy="983131"/>
      </dsp:txXfrm>
    </dsp:sp>
    <dsp:sp modelId="{F49AC9AF-1A8A-4450-AECD-FC6A5E789BAA}">
      <dsp:nvSpPr>
        <dsp:cNvPr id="0" name=""/>
        <dsp:cNvSpPr/>
      </dsp:nvSpPr>
      <dsp:spPr>
        <a:xfrm rot="5400000">
          <a:off x="2414079" y="2637826"/>
          <a:ext cx="871601" cy="268224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Itsetuntemus</a:t>
          </a:r>
          <a:endParaRPr lang="fi-FI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Tarvittavat taidot</a:t>
          </a:r>
          <a:endParaRPr lang="fi-FI" sz="1600" kern="1200" dirty="0"/>
        </a:p>
      </dsp:txBody>
      <dsp:txXfrm rot="-5400000">
        <a:off x="1508760" y="3585693"/>
        <a:ext cx="2639692" cy="786505"/>
      </dsp:txXfrm>
    </dsp:sp>
    <dsp:sp modelId="{6E4EC516-9261-48FC-9264-8581F4CB680E}">
      <dsp:nvSpPr>
        <dsp:cNvPr id="0" name=""/>
        <dsp:cNvSpPr/>
      </dsp:nvSpPr>
      <dsp:spPr>
        <a:xfrm>
          <a:off x="0" y="3434195"/>
          <a:ext cx="1508760" cy="108950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Testauksen taidot</a:t>
          </a:r>
          <a:endParaRPr lang="fi-FI" sz="1600" kern="1200" dirty="0"/>
        </a:p>
      </dsp:txBody>
      <dsp:txXfrm>
        <a:off x="53185" y="3487380"/>
        <a:ext cx="1402390" cy="9831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795D4-4188-4949-AE94-2A791BCE1FD9}">
      <dsp:nvSpPr>
        <dsp:cNvPr id="0" name=""/>
        <dsp:cNvSpPr/>
      </dsp:nvSpPr>
      <dsp:spPr>
        <a:xfrm rot="5400000">
          <a:off x="2414079" y="-794103"/>
          <a:ext cx="871601" cy="268224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Testaus inkrementeissä</a:t>
          </a:r>
          <a:endParaRPr lang="fi-FI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Havaintojen raportointi</a:t>
          </a:r>
          <a:endParaRPr lang="fi-FI" sz="1600" kern="1200" dirty="0"/>
        </a:p>
      </dsp:txBody>
      <dsp:txXfrm rot="-5400000">
        <a:off x="1508760" y="153764"/>
        <a:ext cx="2639692" cy="786505"/>
      </dsp:txXfrm>
    </dsp:sp>
    <dsp:sp modelId="{F2F08941-5A68-411E-AD7F-6EF46FD56FBD}">
      <dsp:nvSpPr>
        <dsp:cNvPr id="0" name=""/>
        <dsp:cNvSpPr/>
      </dsp:nvSpPr>
      <dsp:spPr>
        <a:xfrm>
          <a:off x="0" y="2265"/>
          <a:ext cx="1508760" cy="108950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Testit ja havainnot</a:t>
          </a:r>
          <a:endParaRPr lang="en-US" sz="1600" kern="1200" dirty="0"/>
        </a:p>
      </dsp:txBody>
      <dsp:txXfrm>
        <a:off x="53185" y="55450"/>
        <a:ext cx="1402390" cy="983131"/>
      </dsp:txXfrm>
    </dsp:sp>
    <dsp:sp modelId="{B9ADED97-AC03-45B3-9A41-1A0C1968CFF9}">
      <dsp:nvSpPr>
        <dsp:cNvPr id="0" name=""/>
        <dsp:cNvSpPr/>
      </dsp:nvSpPr>
      <dsp:spPr>
        <a:xfrm rot="5400000">
          <a:off x="2414079" y="349873"/>
          <a:ext cx="871601" cy="268224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Inkrementtisuunnittelu</a:t>
          </a:r>
          <a:endParaRPr lang="fi-FI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Julkaisusuunnittelu</a:t>
          </a:r>
          <a:endParaRPr lang="fi-FI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Mittarit</a:t>
          </a:r>
          <a:endParaRPr lang="fi-FI" sz="1600" kern="1200" dirty="0"/>
        </a:p>
      </dsp:txBody>
      <dsp:txXfrm rot="-5400000">
        <a:off x="1508760" y="1297740"/>
        <a:ext cx="2639692" cy="786505"/>
      </dsp:txXfrm>
    </dsp:sp>
    <dsp:sp modelId="{6008EA90-E6B1-4498-ABE6-BCDF0E0818F9}">
      <dsp:nvSpPr>
        <dsp:cNvPr id="0" name=""/>
        <dsp:cNvSpPr/>
      </dsp:nvSpPr>
      <dsp:spPr>
        <a:xfrm>
          <a:off x="0" y="1146242"/>
          <a:ext cx="1508760" cy="108950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Testauksen hallinta</a:t>
          </a:r>
          <a:endParaRPr lang="en-US" sz="1600" kern="1200" dirty="0"/>
        </a:p>
      </dsp:txBody>
      <dsp:txXfrm>
        <a:off x="53185" y="1199427"/>
        <a:ext cx="1402390" cy="983131"/>
      </dsp:txXfrm>
    </dsp:sp>
    <dsp:sp modelId="{25BA6B9A-BD30-4EEB-BF01-6CE0D866FE92}">
      <dsp:nvSpPr>
        <dsp:cNvPr id="0" name=""/>
        <dsp:cNvSpPr/>
      </dsp:nvSpPr>
      <dsp:spPr>
        <a:xfrm rot="5400000">
          <a:off x="2414079" y="1493849"/>
          <a:ext cx="871601" cy="268224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marR="0" lvl="1" indent="-171450" algn="l" defTabSz="711200" rtl="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•"/>
            <a:tabLst/>
            <a:defRPr/>
          </a:pPr>
          <a:r>
            <a:rPr lang="fi-FI" sz="1600" kern="1200" dirty="0" smtClean="0"/>
            <a:t>Dokumentaatio</a:t>
          </a:r>
          <a:endParaRPr lang="fi-FI" sz="1600" kern="1200" dirty="0"/>
        </a:p>
        <a:p>
          <a:pPr marL="171450" marR="0" lvl="1" indent="-171450" algn="l" defTabSz="711200" rtl="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•"/>
            <a:tabLst/>
            <a:defRPr/>
          </a:pPr>
          <a:r>
            <a:rPr lang="fi-FI" sz="1600" kern="1200" dirty="0" smtClean="0"/>
            <a:t>Hyväksymistestit</a:t>
          </a:r>
          <a:endParaRPr lang="fi-FI" sz="1600" kern="1200" dirty="0"/>
        </a:p>
      </dsp:txBody>
      <dsp:txXfrm rot="-5400000">
        <a:off x="1508760" y="2441716"/>
        <a:ext cx="2639692" cy="786505"/>
      </dsp:txXfrm>
    </dsp:sp>
    <dsp:sp modelId="{BA4D8448-5FCE-4939-A31F-189DD0695EDD}">
      <dsp:nvSpPr>
        <dsp:cNvPr id="0" name=""/>
        <dsp:cNvSpPr/>
      </dsp:nvSpPr>
      <dsp:spPr>
        <a:xfrm>
          <a:off x="0" y="2290219"/>
          <a:ext cx="1508760" cy="108950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Vaatimukset ja hyväksymis-testiohjattu kehitys</a:t>
          </a:r>
          <a:endParaRPr lang="en-US" sz="1600" kern="1200" dirty="0"/>
        </a:p>
      </dsp:txBody>
      <dsp:txXfrm>
        <a:off x="53185" y="2343404"/>
        <a:ext cx="1402390" cy="983131"/>
      </dsp:txXfrm>
    </dsp:sp>
    <dsp:sp modelId="{F49AC9AF-1A8A-4450-AECD-FC6A5E789BAA}">
      <dsp:nvSpPr>
        <dsp:cNvPr id="0" name=""/>
        <dsp:cNvSpPr/>
      </dsp:nvSpPr>
      <dsp:spPr>
        <a:xfrm rot="5400000">
          <a:off x="2414079" y="2637826"/>
          <a:ext cx="871601" cy="268224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Jatkuva integrointi</a:t>
          </a:r>
          <a:endParaRPr lang="fi-FI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Ketterä testiautomaatio</a:t>
          </a:r>
          <a:endParaRPr lang="fi-FI" sz="1600" kern="1200" dirty="0"/>
        </a:p>
      </dsp:txBody>
      <dsp:txXfrm rot="-5400000">
        <a:off x="1508760" y="3585693"/>
        <a:ext cx="2639692" cy="786505"/>
      </dsp:txXfrm>
    </dsp:sp>
    <dsp:sp modelId="{6E4EC516-9261-48FC-9264-8581F4CB680E}">
      <dsp:nvSpPr>
        <dsp:cNvPr id="0" name=""/>
        <dsp:cNvSpPr/>
      </dsp:nvSpPr>
      <dsp:spPr>
        <a:xfrm>
          <a:off x="0" y="3434195"/>
          <a:ext cx="1508760" cy="108950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Testi-automaatio</a:t>
          </a:r>
          <a:endParaRPr lang="fi-FI" sz="1600" kern="1200" dirty="0"/>
        </a:p>
      </dsp:txBody>
      <dsp:txXfrm>
        <a:off x="53185" y="3487380"/>
        <a:ext cx="1402390" cy="983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29/05/17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5836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261FC5-A4E9-4299-BD4E-F3D0D7FB1735}" type="slidenum">
              <a:rPr lang="en-US"/>
              <a:pPr/>
              <a:t>2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Discover why so many testers love agile development environments</a:t>
            </a:r>
          </a:p>
          <a:p>
            <a:r>
              <a:rPr lang="en-US" dirty="0" smtClean="0"/>
              <a:t>Determine how testers and testing can successfully transition to agile practices</a:t>
            </a:r>
          </a:p>
          <a:p>
            <a:r>
              <a:rPr lang="en-US" dirty="0" smtClean="0"/>
              <a:t>Understand how testing failures can cripple an agile project</a:t>
            </a:r>
          </a:p>
          <a:p>
            <a:r>
              <a:rPr lang="en-US" dirty="0" smtClean="0"/>
              <a:t>Examine how testers, product owners, users, and business analysts interact in an agile project</a:t>
            </a:r>
          </a:p>
          <a:p>
            <a:r>
              <a:rPr lang="en-US" dirty="0" smtClean="0"/>
              <a:t>Discover how to integrate agile testing practices into non-agile development environments</a:t>
            </a:r>
          </a:p>
          <a:p>
            <a:r>
              <a:rPr lang="en-US" dirty="0" smtClean="0"/>
              <a:t>Learn how much (if any) test documentation is needed for an agile project</a:t>
            </a:r>
          </a:p>
          <a:p>
            <a:r>
              <a:rPr lang="en-US" dirty="0" smtClean="0"/>
              <a:t>Explore the future of agile development and testing within agile</a:t>
            </a:r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22924-7D78-4864-AFC1-4A54BDC3F1F9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D66B74-F8B5-4E50-AAA4-4D78F9FE2661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D66B74-F8B5-4E50-AAA4-4D78F9FE2661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D66B74-F8B5-4E50-AAA4-4D78F9FE2661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CDF7F-5AB8-470F-8C9F-B8B6C6AAA07C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4ABBD-F665-47FC-BB70-872A5BF534E2}" type="slidenum">
              <a:rPr lang="fi-FI" smtClean="0"/>
              <a:pPr/>
              <a:t>10</a:t>
            </a:fld>
            <a:endParaRPr lang="fi-FI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11</a:t>
            </a:fld>
            <a:endParaRPr lang="fi-FI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12</a:t>
            </a:fld>
            <a:endParaRPr lang="fi-FI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13</a:t>
            </a:fld>
            <a:endParaRPr lang="fi-FI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14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1.bin"/><Relationship Id="rId5" Type="http://schemas.openxmlformats.org/officeDocument/2006/relationships/package" Target="../embeddings/Microsoft_Office_PowerPoint_Slide11.sldx"/><Relationship Id="rId6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hyperlink" Target="http://www.rbcs.com/" TargetMode="External"/><Relationship Id="rId20" Type="http://schemas.openxmlformats.org/officeDocument/2006/relationships/hyperlink" Target="http://www.testauskirja.com/at.zip" TargetMode="External"/><Relationship Id="rId10" Type="http://schemas.openxmlformats.org/officeDocument/2006/relationships/hyperlink" Target="http://www.testing.com/" TargetMode="External"/><Relationship Id="rId11" Type="http://schemas.openxmlformats.org/officeDocument/2006/relationships/hyperlink" Target="http://www.pettichord.com/" TargetMode="External"/><Relationship Id="rId12" Type="http://schemas.openxmlformats.org/officeDocument/2006/relationships/hyperlink" Target="http://www.processimpact.com/" TargetMode="External"/><Relationship Id="rId13" Type="http://schemas.openxmlformats.org/officeDocument/2006/relationships/hyperlink" Target="http://www.bcs.org.uk/iseb" TargetMode="External"/><Relationship Id="rId14" Type="http://schemas.openxmlformats.org/officeDocument/2006/relationships/hyperlink" Target="http://www.istqb.org/" TargetMode="External"/><Relationship Id="rId15" Type="http://schemas.openxmlformats.org/officeDocument/2006/relationships/hyperlink" Target="http://www.associationforsoftwaretesting.org/" TargetMode="External"/><Relationship Id="rId16" Type="http://schemas.openxmlformats.org/officeDocument/2006/relationships/hyperlink" Target="http://groups.yahoo.com/groups/software-testing/" TargetMode="External"/><Relationship Id="rId17" Type="http://schemas.openxmlformats.org/officeDocument/2006/relationships/hyperlink" Target="http://www.testauskirja.com/" TargetMode="External"/><Relationship Id="rId18" Type="http://schemas.openxmlformats.org/officeDocument/2006/relationships/hyperlink" Target="http://testausosy.ttlry.fi/" TargetMode="External"/><Relationship Id="rId19" Type="http://schemas.openxmlformats.org/officeDocument/2006/relationships/hyperlink" Target="http://groups.yahoo.com/groups/fi-testaus/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testingeducation.org/" TargetMode="External"/><Relationship Id="rId4" Type="http://schemas.openxmlformats.org/officeDocument/2006/relationships/hyperlink" Target="http://www.stickyminds.com/" TargetMode="External"/><Relationship Id="rId5" Type="http://schemas.openxmlformats.org/officeDocument/2006/relationships/hyperlink" Target="http://www.bettersoftware.com/" TargetMode="External"/><Relationship Id="rId6" Type="http://schemas.openxmlformats.org/officeDocument/2006/relationships/hyperlink" Target="http://www.testingexperience.com/" TargetMode="External"/><Relationship Id="rId7" Type="http://schemas.openxmlformats.org/officeDocument/2006/relationships/hyperlink" Target="http://www.kaner.com/" TargetMode="External"/><Relationship Id="rId8" Type="http://schemas.openxmlformats.org/officeDocument/2006/relationships/hyperlink" Target="http://www.satisfice.com/" TargetMode="External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Ketterä testaus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fi-FI" sz="4000" dirty="0" smtClean="0"/>
              <a:t>Maaret Pyhäjärvi</a:t>
            </a:r>
          </a:p>
          <a:p>
            <a:pPr lvl="0">
              <a:defRPr/>
            </a:pPr>
            <a:r>
              <a:rPr lang="fi-FI" sz="2400" dirty="0" smtClean="0"/>
              <a:t>Email: &lt;maaret@iki.fi&gt; | Gsm: 040-8233777</a:t>
            </a:r>
          </a:p>
          <a:p>
            <a:endParaRPr lang="fi-FI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fi-FI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12"/>
          <p:cNvGrpSpPr/>
          <p:nvPr/>
        </p:nvGrpSpPr>
        <p:grpSpPr>
          <a:xfrm>
            <a:off x="2438400" y="5486400"/>
            <a:ext cx="4114800" cy="685800"/>
            <a:chOff x="838200" y="5486400"/>
            <a:chExt cx="4114800" cy="685800"/>
          </a:xfrm>
        </p:grpSpPr>
        <p:sp>
          <p:nvSpPr>
            <p:cNvPr id="10" name="Rectangle 9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1" name="Picture 10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Materiaalista</a:t>
            </a:r>
            <a:endParaRPr lang="en-US"/>
          </a:p>
        </p:txBody>
      </p:sp>
      <p:sp>
        <p:nvSpPr>
          <p:cNvPr id="28681" name="Rectangle 9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fi-FI" sz="1800" dirty="0"/>
              <a:t>Lisensoitu Creative Commons Tekijä mainittava lisenssillä</a:t>
            </a:r>
          </a:p>
          <a:p>
            <a:pPr lvl="1"/>
            <a:r>
              <a:rPr lang="fi-FI" sz="1600" dirty="0"/>
              <a:t>Kokonaisuutta tai osia saa uudelleenkäyttää ja muokata </a:t>
            </a:r>
            <a:r>
              <a:rPr lang="fi-FI" sz="1600" dirty="0" smtClean="0"/>
              <a:t>käyttöönsä</a:t>
            </a:r>
            <a:endParaRPr lang="fi-FI" sz="1600" dirty="0"/>
          </a:p>
          <a:p>
            <a:pPr lvl="1"/>
            <a:r>
              <a:rPr lang="fi-FI" sz="1600" dirty="0"/>
              <a:t>Mainittava ”perustuu Erkin ja Maaretin materiaaleihin”.</a:t>
            </a:r>
          </a:p>
          <a:p>
            <a:pPr lvl="1"/>
            <a:r>
              <a:rPr lang="fi-FI" sz="1600" dirty="0"/>
              <a:t>Myös kaupallinen käyttö sallittu</a:t>
            </a:r>
          </a:p>
          <a:p>
            <a:r>
              <a:rPr lang="fi-FI" sz="1800" dirty="0"/>
              <a:t>Kaksi tekijää</a:t>
            </a:r>
          </a:p>
          <a:p>
            <a:pPr lvl="1"/>
            <a:r>
              <a:rPr lang="fi-FI" sz="1600" dirty="0"/>
              <a:t>Perustana yhteistyössä selkiytetyt viestintätarpeet</a:t>
            </a:r>
          </a:p>
          <a:p>
            <a:pPr lvl="1"/>
            <a:r>
              <a:rPr lang="fi-FI" sz="1600" dirty="0"/>
              <a:t>Osin näkemyksemme eroavat ja korostamme eri asioita</a:t>
            </a:r>
            <a:endParaRPr lang="en-US" sz="1600" dirty="0"/>
          </a:p>
        </p:txBody>
      </p:sp>
      <p:sp>
        <p:nvSpPr>
          <p:cNvPr id="28682" name="Rectangle 10"/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1524000"/>
            <a:ext cx="3771900" cy="4243406"/>
          </a:xfr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fi-FI" sz="1800" b="1" dirty="0"/>
              <a:t>VISIO JA TAVOITTEET</a:t>
            </a:r>
          </a:p>
          <a:p>
            <a:r>
              <a:rPr lang="fi-FI" sz="1800" dirty="0"/>
              <a:t>Kehittämisresurssien hukkaan heittämisen välttäminen</a:t>
            </a:r>
          </a:p>
          <a:p>
            <a:pPr lvl="1"/>
            <a:r>
              <a:rPr lang="fi-FI" sz="1600" dirty="0"/>
              <a:t>Tekijänoikeuksien nimissä tuhlataan merkittävästi aikaa saman perustiedon uudelleenpaketoinnissa</a:t>
            </a:r>
          </a:p>
          <a:p>
            <a:r>
              <a:rPr lang="fi-FI" sz="1800" dirty="0"/>
              <a:t>Materiaalin todellinen arvo on esittäjissä</a:t>
            </a:r>
          </a:p>
          <a:p>
            <a:pPr lvl="1"/>
            <a:r>
              <a:rPr lang="fi-FI" sz="1600" dirty="0"/>
              <a:t>Käytännön omakohtaiset esimerkit ovat tärkeitä oppimiselle</a:t>
            </a:r>
          </a:p>
          <a:p>
            <a:r>
              <a:rPr lang="fi-FI" sz="1800" dirty="0"/>
              <a:t>Keskittyminen edistykseen</a:t>
            </a:r>
          </a:p>
          <a:p>
            <a:pPr lvl="1"/>
            <a:r>
              <a:rPr lang="fi-FI" sz="1600" dirty="0"/>
              <a:t>Uusi sisältö uuden muodon asemesta edistää </a:t>
            </a:r>
            <a:r>
              <a:rPr lang="fi-FI" sz="1600" dirty="0" smtClean="0"/>
              <a:t>testausalaa</a:t>
            </a:r>
            <a:endParaRPr lang="fi-FI" sz="1600" dirty="0"/>
          </a:p>
        </p:txBody>
      </p:sp>
      <p:grpSp>
        <p:nvGrpSpPr>
          <p:cNvPr id="2" name="Group 7"/>
          <p:cNvGrpSpPr/>
          <p:nvPr/>
        </p:nvGrpSpPr>
        <p:grpSpPr>
          <a:xfrm>
            <a:off x="152400" y="6019800"/>
            <a:ext cx="4114800" cy="685800"/>
            <a:chOff x="838200" y="5486400"/>
            <a:chExt cx="4114800" cy="685800"/>
          </a:xfrm>
        </p:grpSpPr>
        <p:sp>
          <p:nvSpPr>
            <p:cNvPr id="11" name="Rectangle 10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2" name="Picture 11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Maaretin taustasta suhteessa ketterään testaukseen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GB" sz="1600" dirty="0" err="1" smtClean="0"/>
              <a:t>Testaushommissa</a:t>
            </a:r>
            <a:r>
              <a:rPr lang="en-GB" sz="1600" dirty="0" smtClean="0"/>
              <a:t> </a:t>
            </a:r>
            <a:r>
              <a:rPr lang="en-GB" sz="1600" dirty="0" err="1" smtClean="0"/>
              <a:t>vuodesta</a:t>
            </a:r>
            <a:r>
              <a:rPr lang="en-GB" sz="1600" dirty="0" smtClean="0"/>
              <a:t> 1995</a:t>
            </a:r>
          </a:p>
          <a:p>
            <a:pPr lvl="1">
              <a:lnSpc>
                <a:spcPct val="90000"/>
              </a:lnSpc>
            </a:pPr>
            <a:r>
              <a:rPr lang="en-GB" sz="1400" dirty="0" err="1" smtClean="0"/>
              <a:t>Testaajana</a:t>
            </a:r>
            <a:r>
              <a:rPr lang="en-GB" sz="1400" dirty="0" smtClean="0"/>
              <a:t>, </a:t>
            </a:r>
            <a:r>
              <a:rPr lang="en-GB" sz="1400" dirty="0" err="1" smtClean="0"/>
              <a:t>testausvastaavana</a:t>
            </a:r>
            <a:r>
              <a:rPr lang="en-GB" sz="1400" dirty="0" smtClean="0"/>
              <a:t>, </a:t>
            </a:r>
            <a:r>
              <a:rPr lang="en-GB" sz="1400" dirty="0" err="1" smtClean="0"/>
              <a:t>testauskonsulttina</a:t>
            </a:r>
            <a:r>
              <a:rPr lang="en-GB" sz="1400" dirty="0" smtClean="0"/>
              <a:t> </a:t>
            </a:r>
            <a:r>
              <a:rPr lang="en-GB" sz="1400" dirty="0" err="1" smtClean="0"/>
              <a:t>sekä</a:t>
            </a:r>
            <a:r>
              <a:rPr lang="en-GB" sz="1400" dirty="0" smtClean="0"/>
              <a:t> </a:t>
            </a:r>
            <a:r>
              <a:rPr lang="en-GB" sz="1400" dirty="0" err="1" smtClean="0"/>
              <a:t>testauksen</a:t>
            </a:r>
            <a:r>
              <a:rPr lang="en-GB" sz="1400" dirty="0" smtClean="0"/>
              <a:t> </a:t>
            </a:r>
            <a:r>
              <a:rPr lang="en-GB" sz="1400" dirty="0" err="1" smtClean="0"/>
              <a:t>yliopisto-opettajana</a:t>
            </a:r>
            <a:endParaRPr lang="en-GB" sz="1400" dirty="0" smtClean="0"/>
          </a:p>
          <a:p>
            <a:pPr lvl="1">
              <a:lnSpc>
                <a:spcPct val="90000"/>
              </a:lnSpc>
            </a:pPr>
            <a:r>
              <a:rPr lang="en-GB" sz="1400" dirty="0" err="1" smtClean="0"/>
              <a:t>Käväisin</a:t>
            </a:r>
            <a:r>
              <a:rPr lang="en-GB" sz="1400" dirty="0" smtClean="0"/>
              <a:t> </a:t>
            </a:r>
            <a:r>
              <a:rPr lang="en-GB" sz="1400" dirty="0" err="1" smtClean="0"/>
              <a:t>toteuttajana</a:t>
            </a:r>
            <a:r>
              <a:rPr lang="en-GB" sz="1400" dirty="0" smtClean="0"/>
              <a:t> </a:t>
            </a:r>
            <a:r>
              <a:rPr lang="en-GB" sz="1400" dirty="0" err="1" smtClean="0"/>
              <a:t>oppimassa</a:t>
            </a:r>
            <a:r>
              <a:rPr lang="en-GB" sz="1400" dirty="0" smtClean="0"/>
              <a:t> </a:t>
            </a:r>
            <a:r>
              <a:rPr lang="en-GB" sz="1400" dirty="0" err="1" smtClean="0"/>
              <a:t>että</a:t>
            </a:r>
            <a:r>
              <a:rPr lang="en-GB" sz="1400" dirty="0" smtClean="0"/>
              <a:t> </a:t>
            </a:r>
            <a:r>
              <a:rPr lang="en-GB" sz="1400" dirty="0" err="1" smtClean="0"/>
              <a:t>hyvää</a:t>
            </a:r>
            <a:r>
              <a:rPr lang="en-GB" sz="1400" dirty="0" smtClean="0"/>
              <a:t> </a:t>
            </a:r>
            <a:r>
              <a:rPr lang="en-GB" sz="1400" dirty="0" err="1" smtClean="0"/>
              <a:t>testaajaa</a:t>
            </a:r>
            <a:r>
              <a:rPr lang="en-GB" sz="1400" dirty="0" smtClean="0"/>
              <a:t> </a:t>
            </a:r>
            <a:r>
              <a:rPr lang="en-GB" sz="1400" dirty="0" err="1" smtClean="0"/>
              <a:t>arvostetaan</a:t>
            </a:r>
            <a:r>
              <a:rPr lang="en-GB" sz="1400" dirty="0" smtClean="0"/>
              <a:t> </a:t>
            </a:r>
            <a:r>
              <a:rPr lang="en-GB" sz="1400" dirty="0" err="1" smtClean="0"/>
              <a:t>kertaluokkaa</a:t>
            </a:r>
            <a:r>
              <a:rPr lang="en-GB" sz="1400" dirty="0" smtClean="0"/>
              <a:t> </a:t>
            </a:r>
            <a:r>
              <a:rPr lang="en-GB" sz="1400" dirty="0" err="1" smtClean="0"/>
              <a:t>enemmän</a:t>
            </a:r>
            <a:r>
              <a:rPr lang="en-GB" sz="1400" dirty="0" smtClean="0"/>
              <a:t> </a:t>
            </a:r>
            <a:r>
              <a:rPr lang="en-GB" sz="1400" dirty="0" err="1" smtClean="0"/>
              <a:t>kuin</a:t>
            </a:r>
            <a:r>
              <a:rPr lang="en-GB" sz="1400" dirty="0" smtClean="0"/>
              <a:t> </a:t>
            </a:r>
            <a:r>
              <a:rPr lang="en-GB" sz="1400" dirty="0" err="1" smtClean="0"/>
              <a:t>keskinkertaista</a:t>
            </a:r>
            <a:r>
              <a:rPr lang="en-GB" sz="1400" dirty="0" smtClean="0"/>
              <a:t> </a:t>
            </a:r>
            <a:r>
              <a:rPr lang="en-GB" sz="1400" dirty="0" err="1" smtClean="0"/>
              <a:t>ohjelmoijaa</a:t>
            </a:r>
            <a:endParaRPr lang="en-GB" sz="1400" dirty="0" smtClean="0"/>
          </a:p>
          <a:p>
            <a:pPr lvl="1">
              <a:lnSpc>
                <a:spcPct val="90000"/>
              </a:lnSpc>
            </a:pPr>
            <a:r>
              <a:rPr lang="en-GB" sz="1400" dirty="0" err="1" smtClean="0"/>
              <a:t>Ketteryys</a:t>
            </a:r>
            <a:r>
              <a:rPr lang="en-GB" sz="1400" dirty="0" smtClean="0"/>
              <a:t> </a:t>
            </a:r>
            <a:r>
              <a:rPr lang="en-GB" sz="1400" dirty="0" err="1" smtClean="0"/>
              <a:t>osana</a:t>
            </a:r>
            <a:r>
              <a:rPr lang="en-GB" sz="1400" dirty="0" smtClean="0"/>
              <a:t> </a:t>
            </a:r>
            <a:r>
              <a:rPr lang="en-GB" sz="1400" dirty="0" err="1" smtClean="0"/>
              <a:t>tekemisen</a:t>
            </a:r>
            <a:r>
              <a:rPr lang="en-GB" sz="1400" dirty="0" smtClean="0"/>
              <a:t> </a:t>
            </a:r>
            <a:r>
              <a:rPr lang="en-GB" sz="1400" dirty="0" err="1" smtClean="0"/>
              <a:t>pohdintaa</a:t>
            </a:r>
            <a:r>
              <a:rPr lang="en-GB" sz="1400" dirty="0" smtClean="0"/>
              <a:t> </a:t>
            </a:r>
            <a:r>
              <a:rPr lang="en-GB" sz="1400" dirty="0" err="1" smtClean="0"/>
              <a:t>vuodesta</a:t>
            </a:r>
            <a:r>
              <a:rPr lang="en-GB" sz="1400" dirty="0" smtClean="0"/>
              <a:t> 2000</a:t>
            </a:r>
          </a:p>
          <a:p>
            <a:pPr>
              <a:lnSpc>
                <a:spcPct val="110000"/>
              </a:lnSpc>
            </a:pPr>
            <a:r>
              <a:rPr lang="en-GB" sz="1600" dirty="0" err="1" smtClean="0"/>
              <a:t>Toiminnan</a:t>
            </a:r>
            <a:r>
              <a:rPr lang="en-GB" sz="1600" dirty="0" smtClean="0"/>
              <a:t> </a:t>
            </a:r>
            <a:r>
              <a:rPr lang="en-GB" sz="1600" dirty="0" err="1" smtClean="0"/>
              <a:t>parantaja</a:t>
            </a:r>
            <a:r>
              <a:rPr lang="en-GB" sz="1600" dirty="0" smtClean="0"/>
              <a:t> </a:t>
            </a:r>
            <a:r>
              <a:rPr lang="en-GB" sz="1600" dirty="0" err="1" smtClean="0"/>
              <a:t>mukana</a:t>
            </a:r>
            <a:r>
              <a:rPr lang="en-GB" sz="1600" dirty="0" smtClean="0"/>
              <a:t> </a:t>
            </a:r>
            <a:r>
              <a:rPr lang="en-GB" sz="1600" dirty="0" err="1" smtClean="0"/>
              <a:t>olemisen</a:t>
            </a:r>
            <a:r>
              <a:rPr lang="en-GB" sz="1600" dirty="0" smtClean="0"/>
              <a:t> </a:t>
            </a:r>
            <a:r>
              <a:rPr lang="en-GB" sz="1600" dirty="0" err="1" smtClean="0"/>
              <a:t>kautta</a:t>
            </a:r>
            <a:endParaRPr lang="en-GB" sz="1600" dirty="0" smtClean="0"/>
          </a:p>
          <a:p>
            <a:pPr lvl="1">
              <a:lnSpc>
                <a:spcPct val="110000"/>
              </a:lnSpc>
            </a:pPr>
            <a:r>
              <a:rPr lang="en-GB" sz="1400" dirty="0" err="1" smtClean="0"/>
              <a:t>Omia</a:t>
            </a:r>
            <a:r>
              <a:rPr lang="en-GB" sz="1400" dirty="0" smtClean="0"/>
              <a:t> </a:t>
            </a:r>
            <a:r>
              <a:rPr lang="en-GB" sz="1400" dirty="0" err="1" smtClean="0"/>
              <a:t>kokemuksia</a:t>
            </a:r>
            <a:r>
              <a:rPr lang="en-GB" sz="1400" dirty="0" smtClean="0"/>
              <a:t>, </a:t>
            </a:r>
            <a:r>
              <a:rPr lang="en-GB" sz="1400" dirty="0" err="1" smtClean="0"/>
              <a:t>ei</a:t>
            </a:r>
            <a:r>
              <a:rPr lang="en-GB" sz="1400" dirty="0" smtClean="0"/>
              <a:t> vain </a:t>
            </a:r>
            <a:r>
              <a:rPr lang="en-GB" sz="1400" dirty="0" err="1" smtClean="0"/>
              <a:t>läheltä</a:t>
            </a:r>
            <a:r>
              <a:rPr lang="en-GB" sz="1400" dirty="0" smtClean="0"/>
              <a:t> </a:t>
            </a:r>
            <a:r>
              <a:rPr lang="en-GB" sz="1400" dirty="0" err="1" smtClean="0"/>
              <a:t>seurattuna</a:t>
            </a:r>
            <a:r>
              <a:rPr lang="en-GB" sz="1400" dirty="0" smtClean="0"/>
              <a:t> </a:t>
            </a:r>
            <a:r>
              <a:rPr lang="en-GB" sz="1400" dirty="0" err="1" smtClean="0"/>
              <a:t>toisten</a:t>
            </a:r>
            <a:r>
              <a:rPr lang="en-GB" sz="1400" dirty="0" smtClean="0"/>
              <a:t> </a:t>
            </a:r>
            <a:r>
              <a:rPr lang="en-GB" sz="1400" dirty="0" err="1" smtClean="0"/>
              <a:t>kokemuksia</a:t>
            </a:r>
            <a:endParaRPr lang="en-GB" sz="1400" dirty="0" smtClean="0"/>
          </a:p>
          <a:p>
            <a:pPr lvl="1">
              <a:lnSpc>
                <a:spcPct val="90000"/>
              </a:lnSpc>
            </a:pPr>
            <a:r>
              <a:rPr lang="en-GB" sz="1400" dirty="0" err="1" smtClean="0"/>
              <a:t>Kokonaisnäkymän</a:t>
            </a:r>
            <a:r>
              <a:rPr lang="en-GB" sz="1400" dirty="0" smtClean="0"/>
              <a:t> </a:t>
            </a:r>
            <a:r>
              <a:rPr lang="en-GB" sz="1400" dirty="0" err="1" smtClean="0"/>
              <a:t>kerääjä</a:t>
            </a:r>
            <a:r>
              <a:rPr lang="en-GB" sz="1400" dirty="0" smtClean="0"/>
              <a:t> </a:t>
            </a:r>
            <a:r>
              <a:rPr lang="en-GB" sz="1400" dirty="0" err="1" smtClean="0"/>
              <a:t>siihen</a:t>
            </a:r>
            <a:r>
              <a:rPr lang="en-GB" sz="1400" dirty="0" smtClean="0"/>
              <a:t> </a:t>
            </a:r>
            <a:r>
              <a:rPr lang="en-GB" sz="1400" dirty="0" err="1" smtClean="0"/>
              <a:t>mitä</a:t>
            </a:r>
            <a:r>
              <a:rPr lang="en-GB" sz="1400" dirty="0" smtClean="0"/>
              <a:t> </a:t>
            </a:r>
            <a:r>
              <a:rPr lang="en-GB" sz="1400" dirty="0" err="1" smtClean="0"/>
              <a:t>testauksen</a:t>
            </a:r>
            <a:r>
              <a:rPr lang="en-GB" sz="1400" dirty="0" smtClean="0"/>
              <a:t> </a:t>
            </a:r>
            <a:r>
              <a:rPr lang="en-GB" sz="1400" dirty="0" err="1" smtClean="0"/>
              <a:t>alueella</a:t>
            </a:r>
            <a:r>
              <a:rPr lang="en-GB" sz="1400" dirty="0" smtClean="0"/>
              <a:t> </a:t>
            </a:r>
            <a:r>
              <a:rPr lang="en-GB" sz="1400" dirty="0" err="1" smtClean="0"/>
              <a:t>tapahtuu</a:t>
            </a:r>
            <a:endParaRPr lang="en-GB" sz="1400" dirty="0" smtClean="0"/>
          </a:p>
          <a:p>
            <a:pPr lvl="1">
              <a:lnSpc>
                <a:spcPct val="90000"/>
              </a:lnSpc>
            </a:pPr>
            <a:r>
              <a:rPr lang="en-GB" sz="1400" dirty="0" err="1" smtClean="0"/>
              <a:t>Ensisijaisesti</a:t>
            </a:r>
            <a:r>
              <a:rPr lang="en-GB" sz="1400" dirty="0" smtClean="0"/>
              <a:t> </a:t>
            </a:r>
            <a:r>
              <a:rPr lang="en-GB" sz="1400" dirty="0" err="1" smtClean="0"/>
              <a:t>mukana</a:t>
            </a:r>
            <a:r>
              <a:rPr lang="en-GB" sz="1400" dirty="0" smtClean="0"/>
              <a:t> </a:t>
            </a:r>
            <a:r>
              <a:rPr lang="en-GB" sz="1400" dirty="0" err="1" smtClean="0"/>
              <a:t>projekteissa</a:t>
            </a:r>
            <a:r>
              <a:rPr lang="en-GB" sz="1400" dirty="0" smtClean="0"/>
              <a:t>, </a:t>
            </a:r>
            <a:r>
              <a:rPr lang="en-GB" sz="1400" dirty="0" err="1" smtClean="0"/>
              <a:t>parantaminen</a:t>
            </a:r>
            <a:r>
              <a:rPr lang="en-GB" sz="1400" dirty="0" smtClean="0"/>
              <a:t> </a:t>
            </a:r>
            <a:r>
              <a:rPr lang="en-GB" sz="1400" dirty="0" err="1" smtClean="0"/>
              <a:t>tekemisen</a:t>
            </a:r>
            <a:r>
              <a:rPr lang="en-GB" sz="1400" dirty="0" smtClean="0"/>
              <a:t> </a:t>
            </a:r>
            <a:r>
              <a:rPr lang="en-GB" sz="1400" dirty="0" err="1" smtClean="0"/>
              <a:t>ja</a:t>
            </a:r>
            <a:r>
              <a:rPr lang="en-GB" sz="1400" dirty="0" smtClean="0"/>
              <a:t> </a:t>
            </a:r>
            <a:r>
              <a:rPr lang="en-GB" sz="1400" dirty="0" err="1" smtClean="0"/>
              <a:t>osaamisen</a:t>
            </a:r>
            <a:r>
              <a:rPr lang="en-GB" sz="1400" dirty="0" smtClean="0"/>
              <a:t>, </a:t>
            </a:r>
            <a:r>
              <a:rPr lang="en-GB" sz="1400" dirty="0" err="1" smtClean="0"/>
              <a:t>ei</a:t>
            </a:r>
            <a:r>
              <a:rPr lang="en-GB" sz="1400" dirty="0" smtClean="0"/>
              <a:t> </a:t>
            </a:r>
            <a:r>
              <a:rPr lang="en-GB" sz="1400" dirty="0" err="1" smtClean="0"/>
              <a:t>menetelmien</a:t>
            </a:r>
            <a:r>
              <a:rPr lang="en-GB" sz="1400" dirty="0" smtClean="0"/>
              <a:t> </a:t>
            </a:r>
            <a:r>
              <a:rPr lang="en-GB" sz="1400" dirty="0" err="1" smtClean="0"/>
              <a:t>kautta</a:t>
            </a:r>
            <a:endParaRPr lang="en-GB" sz="1400" dirty="0" smtClean="0"/>
          </a:p>
          <a:p>
            <a:pPr lvl="1">
              <a:lnSpc>
                <a:spcPct val="90000"/>
              </a:lnSpc>
            </a:pPr>
            <a:r>
              <a:rPr lang="en-GB" sz="1400" dirty="0" err="1" smtClean="0"/>
              <a:t>Vahva</a:t>
            </a:r>
            <a:r>
              <a:rPr lang="en-GB" sz="1400" dirty="0" smtClean="0"/>
              <a:t> </a:t>
            </a:r>
            <a:r>
              <a:rPr lang="en-GB" sz="1400" dirty="0" err="1" smtClean="0"/>
              <a:t>usko</a:t>
            </a:r>
            <a:r>
              <a:rPr lang="en-GB" sz="1400" dirty="0" smtClean="0"/>
              <a:t> </a:t>
            </a:r>
            <a:r>
              <a:rPr lang="en-GB" sz="1400" dirty="0" err="1" smtClean="0"/>
              <a:t>parannusehdotusten</a:t>
            </a:r>
            <a:r>
              <a:rPr lang="en-GB" sz="1400" dirty="0" smtClean="0"/>
              <a:t> </a:t>
            </a:r>
            <a:r>
              <a:rPr lang="en-GB" sz="1400" dirty="0" err="1" smtClean="0"/>
              <a:t>omakohtaiseen</a:t>
            </a:r>
            <a:r>
              <a:rPr lang="en-GB" sz="1400" dirty="0" smtClean="0"/>
              <a:t> </a:t>
            </a:r>
            <a:r>
              <a:rPr lang="en-GB" sz="1400" dirty="0" err="1" smtClean="0"/>
              <a:t>kokemiseen</a:t>
            </a:r>
            <a:endParaRPr lang="en-GB" sz="14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i-FI" sz="1800" dirty="0" smtClean="0"/>
              <a:t>F-Securella </a:t>
            </a:r>
            <a:r>
              <a:rPr lang="en-GB" sz="1800" dirty="0" smtClean="0"/>
              <a:t>01/2005 – 07/2008</a:t>
            </a:r>
            <a:endParaRPr lang="fi-FI" sz="1800" dirty="0" smtClean="0"/>
          </a:p>
          <a:p>
            <a:pPr lvl="1"/>
            <a:r>
              <a:rPr lang="fi-FI" sz="1600" dirty="0" smtClean="0"/>
              <a:t>Mahdollisuus seurata ketterien menetelmien organisaationlaajuista käyttöönottoa testausnäkökulmasta</a:t>
            </a:r>
          </a:p>
          <a:p>
            <a:pPr lvl="1"/>
            <a:r>
              <a:rPr lang="fi-FI" sz="1600" dirty="0" smtClean="0"/>
              <a:t>Roolina testausvastaava ja testausosaamisen kehittäjä</a:t>
            </a:r>
          </a:p>
          <a:p>
            <a:endParaRPr lang="en-GB" sz="1800" dirty="0" smtClean="0"/>
          </a:p>
          <a:p>
            <a:endParaRPr lang="en-GB" sz="1800" dirty="0" smtClean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i-FI"/>
          </a:p>
        </p:txBody>
      </p:sp>
      <p:graphicFrame>
        <p:nvGraphicFramePr>
          <p:cNvPr id="19457" name="Object 1"/>
          <p:cNvGraphicFramePr>
            <a:graphicFrameLocks noChangeAspect="1"/>
          </p:cNvGraphicFramePr>
          <p:nvPr/>
        </p:nvGraphicFramePr>
        <p:xfrm>
          <a:off x="4448206" y="3286124"/>
          <a:ext cx="4552950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Slide" r:id="rId5" imgW="4132995" imgH="3099711" progId="PowerPoint.Slide.12">
                  <p:embed/>
                </p:oleObj>
              </mc:Choice>
              <mc:Fallback>
                <p:oleObj name="Slide" r:id="rId5" imgW="4132995" imgH="3099711" progId="PowerPoint.Slide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206" y="3286124"/>
                        <a:ext cx="4552950" cy="341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Esittäytymiset ja odotukset</a:t>
            </a:r>
            <a:endParaRPr lang="fi-FI" dirty="0"/>
          </a:p>
        </p:txBody>
      </p:sp>
      <p:sp>
        <p:nvSpPr>
          <p:cNvPr id="7" name="Rectangle 6"/>
          <p:cNvSpPr/>
          <p:nvPr/>
        </p:nvSpPr>
        <p:spPr>
          <a:xfrm>
            <a:off x="500034" y="1428736"/>
            <a:ext cx="8001056" cy="30003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2400" dirty="0" smtClean="0"/>
              <a:t>Testausammattilaisena haluan ymmärtää mitä eroa on nykyisellä perinteisen projektin testaustavalla suhteessa siihen mitä minulta odotetaan ketterässä projektissa niin että voin tuottaa tiimilleni ja asiakkailleni lisäarvoa paremmin ja aikaisemmin.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00034" y="2000240"/>
            <a:ext cx="8001056" cy="15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1472" y="1500174"/>
            <a:ext cx="4000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 smtClean="0">
                <a:latin typeface="Bradley Hand ITC" pitchFamily="66" charset="0"/>
              </a:rPr>
              <a:t>Tarina: Kurssin tavoite</a:t>
            </a:r>
            <a:endParaRPr lang="fi-FI" sz="2800" dirty="0">
              <a:latin typeface="Bradley Hand ITC" pitchFamily="66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5334000"/>
            <a:ext cx="8077232" cy="1239858"/>
          </a:xfrm>
          <a:prstGeom prst="rect">
            <a:avLst/>
          </a:prstGeom>
        </p:spPr>
        <p:txBody>
          <a:bodyPr/>
          <a:lstStyle/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fi-FI" sz="1600" dirty="0" smtClean="0"/>
              <a:t>Esimerkkejä hyväksymisehdoista: </a:t>
            </a:r>
          </a:p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fi-FI" sz="1600" dirty="0" smtClean="0"/>
              <a:t>Huolenaiheeni ja pelkoni testauksen ja laadun hallittavuuden menettämisestä käsitellään</a:t>
            </a:r>
          </a:p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fi-FI" sz="1600" dirty="0" smtClean="0"/>
              <a:t>Huolenaiheeni pakosta kirjoittaa koodia (jota en aiemmin ole tehnyt) käsitellään</a:t>
            </a:r>
          </a:p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fi-FI" sz="1600" dirty="0" smtClean="0"/>
              <a:t>Testaajana ymmärrän mitä lisäarvoa voin tuoda tiimilleni ja miten sen voisin tehdä</a:t>
            </a:r>
          </a:p>
          <a:p>
            <a:pPr marL="448056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fi-FI" sz="1600" dirty="0" smtClean="0"/>
              <a:t>...</a:t>
            </a:r>
            <a:endParaRPr lang="fi-FI" sz="1600" dirty="0"/>
          </a:p>
        </p:txBody>
      </p:sp>
      <p:sp>
        <p:nvSpPr>
          <p:cNvPr id="11" name="Rectangle 10"/>
          <p:cNvSpPr/>
          <p:nvPr/>
        </p:nvSpPr>
        <p:spPr>
          <a:xfrm>
            <a:off x="500034" y="4379893"/>
            <a:ext cx="800105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i-FI" sz="2800" b="1" dirty="0" smtClean="0">
                <a:solidFill>
                  <a:schemeClr val="accent3"/>
                </a:solidFill>
              </a:rPr>
              <a:t>Harjoitus: Määrittely ryhmittäin top-3 hyväksymiskriteerit kurssille</a:t>
            </a:r>
            <a:endParaRPr lang="fi-FI" sz="2800" b="1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Kurssin oppimistavoitteet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smtClean="0"/>
              <a:t>Pystyt soveltamaan ketteryyden periaatteita yksilötasolla, tiedät kuinka soveltaa niitä osajoukkoon (“testausporukka”) ja koko joukkoon (“meidän projektiryhmä”). Voit aloittaa pohdiskelun organisaation muuttumisesta ketteräksi. </a:t>
            </a:r>
          </a:p>
          <a:p>
            <a:r>
              <a:rPr lang="fi-FI" dirty="0" smtClean="0"/>
              <a:t>Tiedät millaisia käytäntöjä ketterässä kehityksessä voisi olla ja kuinka samat käytännöt väärin arvoin sovellettuina eivät olekaan ketteriä vaan äärimmäisen kyttäyskulttuurin välineitä</a:t>
            </a:r>
          </a:p>
          <a:p>
            <a:r>
              <a:rPr lang="fi-FI" dirty="0" smtClean="0"/>
              <a:t>Tiedät vähän enemmän testauksesta, oli se sitten ketterää tai varsin perinteistä</a:t>
            </a:r>
          </a:p>
          <a:p>
            <a:endParaRPr lang="fi-FI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Suositeltavaa lukemistoa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i-FI" dirty="0" smtClean="0"/>
              <a:t>Ketteryys yleensä</a:t>
            </a:r>
          </a:p>
          <a:p>
            <a:pPr lvl="1"/>
            <a:r>
              <a:rPr lang="fi-FI" dirty="0" smtClean="0"/>
              <a:t>Craig Larman: Agile and Iterative Development</a:t>
            </a:r>
          </a:p>
          <a:p>
            <a:r>
              <a:rPr lang="fi-FI" dirty="0" smtClean="0"/>
              <a:t>Scrum</a:t>
            </a:r>
          </a:p>
          <a:p>
            <a:pPr lvl="1"/>
            <a:r>
              <a:rPr lang="fi-FI" dirty="0" smtClean="0"/>
              <a:t>Mike Beedle, Ken Schwaber, Robert Martin: Agile Software Development with Scrum</a:t>
            </a:r>
          </a:p>
          <a:p>
            <a:pPr lvl="1"/>
            <a:r>
              <a:rPr lang="fi-FI" dirty="0" smtClean="0"/>
              <a:t>Henrik Kniberg: Scrum and XP from the Trenches. How We Do Scrum.</a:t>
            </a:r>
          </a:p>
          <a:p>
            <a:r>
              <a:rPr lang="fi-FI" dirty="0" smtClean="0"/>
              <a:t>Vaatimuksien kanssa toimiminen</a:t>
            </a:r>
          </a:p>
          <a:p>
            <a:pPr lvl="1"/>
            <a:r>
              <a:rPr lang="fi-FI" dirty="0" smtClean="0"/>
              <a:t>Mike Cohn, Kent Beck: User Stories Applied</a:t>
            </a:r>
          </a:p>
          <a:p>
            <a:pPr lvl="1"/>
            <a:r>
              <a:rPr lang="fi-FI" dirty="0" smtClean="0"/>
              <a:t>Mike Cohn: Agile Estimating and Planning</a:t>
            </a:r>
          </a:p>
          <a:p>
            <a:r>
              <a:rPr lang="fi-FI" dirty="0" smtClean="0"/>
              <a:t>Katsaukset tehtyyn</a:t>
            </a:r>
          </a:p>
          <a:p>
            <a:pPr lvl="1"/>
            <a:r>
              <a:rPr lang="fi-FI" dirty="0" smtClean="0"/>
              <a:t>Esther Derby, Diana Larsen: Agile Retrospectives. Making Good Teams Great.</a:t>
            </a:r>
          </a:p>
          <a:p>
            <a:r>
              <a:rPr lang="fi-FI" dirty="0" smtClean="0"/>
              <a:t>Testaus</a:t>
            </a:r>
          </a:p>
          <a:p>
            <a:pPr lvl="1"/>
            <a:r>
              <a:rPr lang="fi-FI" dirty="0" smtClean="0"/>
              <a:t>Lisa Crispin:  Agile Testing. A Practical Guide for Testers and Agile Teams</a:t>
            </a:r>
            <a:endParaRPr lang="fi-FI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Muita erinomaisia lähteitä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 smtClean="0"/>
              <a:t>Videoituja esityksiä</a:t>
            </a:r>
          </a:p>
          <a:p>
            <a:pPr lvl="1"/>
            <a:r>
              <a:rPr lang="fi-FI" dirty="0" smtClean="0"/>
              <a:t>Google Tech Talks</a:t>
            </a:r>
          </a:p>
          <a:p>
            <a:pPr lvl="1"/>
            <a:r>
              <a:rPr lang="fi-FI" dirty="0" smtClean="0"/>
              <a:t>YouTube</a:t>
            </a:r>
          </a:p>
          <a:p>
            <a:r>
              <a:rPr lang="fi-FI" dirty="0" smtClean="0"/>
              <a:t>Kokonainen kurssi mustalaatikkotestauksesta – videoita, kalvomateriaaleja, harjoituksia ja yhteisö</a:t>
            </a:r>
          </a:p>
          <a:p>
            <a:pPr lvl="1"/>
            <a:r>
              <a:rPr lang="fi-FI" sz="2400" dirty="0" smtClean="0"/>
              <a:t>http://www.testingeducation.org/BBST/index.html </a:t>
            </a:r>
          </a:p>
          <a:p>
            <a:r>
              <a:rPr lang="fi-FI" dirty="0" smtClean="0"/>
              <a:t>Sähköpostilistoja yahoo-groups</a:t>
            </a:r>
          </a:p>
          <a:p>
            <a:pPr lvl="1"/>
            <a:r>
              <a:rPr lang="fi-FI" dirty="0" smtClean="0"/>
              <a:t>agile-testing, software-testing, scrumdevelopment</a:t>
            </a:r>
            <a:endParaRPr lang="fi-FI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Seuraamisen arvoisia nimiä ketterän testauksen osalta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Lisa Crispin</a:t>
            </a:r>
          </a:p>
          <a:p>
            <a:r>
              <a:rPr lang="fi-FI" dirty="0" smtClean="0"/>
              <a:t>Janet Gregory</a:t>
            </a:r>
          </a:p>
          <a:p>
            <a:r>
              <a:rPr lang="fi-FI" dirty="0" smtClean="0"/>
              <a:t>Elisabeth Hendrickson</a:t>
            </a:r>
          </a:p>
          <a:p>
            <a:r>
              <a:rPr lang="fi-FI" dirty="0" smtClean="0"/>
              <a:t>Brian Marick</a:t>
            </a:r>
          </a:p>
          <a:p>
            <a:r>
              <a:rPr lang="fi-FI" dirty="0" smtClean="0"/>
              <a:t>James Lyndsay</a:t>
            </a:r>
          </a:p>
          <a:p>
            <a:r>
              <a:rPr lang="fi-FI" dirty="0" smtClean="0"/>
              <a:t>Michael Bolton</a:t>
            </a:r>
          </a:p>
          <a:p>
            <a:r>
              <a:rPr lang="fi-FI" dirty="0" smtClean="0"/>
              <a:t>Cem Kaner</a:t>
            </a:r>
          </a:p>
          <a:p>
            <a:r>
              <a:rPr lang="fi-FI" dirty="0" smtClean="0"/>
              <a:t>James Bach</a:t>
            </a:r>
          </a:p>
          <a:p>
            <a:r>
              <a:rPr lang="fi-FI" dirty="0" smtClean="0"/>
              <a:t>Jonathan Bach</a:t>
            </a:r>
          </a:p>
        </p:txBody>
      </p:sp>
      <p:pic>
        <p:nvPicPr>
          <p:cNvPr id="6" name="Picture 2" descr="C:\Documents and Settings\pyhama\My Documents\My Pictures\Microsoft Clip Organizer\j0078726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3657600"/>
            <a:ext cx="2718254" cy="2754307"/>
          </a:xfrm>
          <a:prstGeom prst="rect">
            <a:avLst/>
          </a:prstGeom>
          <a:noFill/>
        </p:spPr>
      </p:pic>
      <p:sp>
        <p:nvSpPr>
          <p:cNvPr id="8" name="Right Arrow 7"/>
          <p:cNvSpPr/>
          <p:nvPr/>
        </p:nvSpPr>
        <p:spPr>
          <a:xfrm rot="16200000">
            <a:off x="4229100" y="2857499"/>
            <a:ext cx="1752600" cy="9144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Ketterä</a:t>
            </a:r>
            <a:endParaRPr lang="fi-FI" dirty="0"/>
          </a:p>
        </p:txBody>
      </p:sp>
      <p:sp>
        <p:nvSpPr>
          <p:cNvPr id="9" name="Left Arrow 8"/>
          <p:cNvSpPr/>
          <p:nvPr/>
        </p:nvSpPr>
        <p:spPr>
          <a:xfrm rot="16200000">
            <a:off x="4762500" y="3771900"/>
            <a:ext cx="1752600" cy="9144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Tutkiva</a:t>
            </a:r>
            <a:endParaRPr lang="fi-FI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648200" y="4876800"/>
            <a:ext cx="3048000" cy="609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8996-4D90-4B72-979B-C4EF866FA3D2}" type="slidenum">
              <a:rPr lang="en-US"/>
              <a:pPr/>
              <a:t>9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defTabSz="762000"/>
            <a:r>
              <a:rPr lang="fi-FI"/>
              <a:t>Hyviä testaustiedon lähteitä verkossa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3765550" cy="3657600"/>
          </a:xfrm>
        </p:spPr>
        <p:txBody>
          <a:bodyPr>
            <a:noAutofit/>
          </a:bodyPr>
          <a:lstStyle/>
          <a:p>
            <a:pPr marL="0" indent="0" defTabSz="762000">
              <a:lnSpc>
                <a:spcPct val="80000"/>
              </a:lnSpc>
            </a:pPr>
            <a:r>
              <a:rPr lang="fi-FI" sz="1400" dirty="0"/>
              <a:t>Kansainvälisen testausopetuksen sivusto - mahtavia materiaaleja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3"/>
              </a:rPr>
              <a:t>http://www.testingeducation.org/</a:t>
            </a:r>
            <a:endParaRPr lang="fi-FI" sz="11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Stickyminds – Forum for testing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4"/>
              </a:rPr>
              <a:t>http://www.stickyminds.com/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”Better Software”-lehti, ilmestyi ennen nimellä ”Software Testing and Quality Engineering”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5"/>
              </a:rPr>
              <a:t>http://www.bettersoftware.com/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 smtClean="0"/>
              <a:t>Testing Experience –lehti</a:t>
            </a:r>
          </a:p>
          <a:p>
            <a:pPr marL="400050" lvl="1" indent="0" defTabSz="762000">
              <a:lnSpc>
                <a:spcPct val="80000"/>
              </a:lnSpc>
            </a:pPr>
            <a:r>
              <a:rPr lang="fi-FI" sz="1400" dirty="0" smtClean="0">
                <a:hlinkClick r:id="rId6"/>
              </a:rPr>
              <a:t>http://www.testingexperience.com/</a:t>
            </a:r>
            <a:r>
              <a:rPr lang="fi-FI" sz="1400" dirty="0" smtClean="0"/>
              <a:t> </a:t>
            </a:r>
          </a:p>
          <a:p>
            <a:pPr marL="0" indent="0" defTabSz="762000">
              <a:lnSpc>
                <a:spcPct val="80000"/>
              </a:lnSpc>
            </a:pPr>
            <a:r>
              <a:rPr lang="fi-FI" sz="1400" dirty="0" smtClean="0"/>
              <a:t>Cem </a:t>
            </a:r>
            <a:r>
              <a:rPr lang="fi-FI" sz="1400" dirty="0"/>
              <a:t>Kaner’s website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7"/>
              </a:rPr>
              <a:t>http://www.kaner.com/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James Bach’s website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8"/>
              </a:rPr>
              <a:t>http://www.satisfice.com/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Rex Black’s website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9"/>
              </a:rPr>
              <a:t>http://</a:t>
            </a:r>
            <a:r>
              <a:rPr lang="fi-FI" sz="1400" dirty="0" smtClean="0">
                <a:hlinkClick r:id="rId9"/>
              </a:rPr>
              <a:t>www.rbcs-us.com</a:t>
            </a:r>
            <a:r>
              <a:rPr lang="fi-FI" sz="1400" dirty="0">
                <a:hlinkClick r:id="rId9"/>
              </a:rPr>
              <a:t>/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Brian Marick’s Website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10"/>
              </a:rPr>
              <a:t>http://</a:t>
            </a:r>
            <a:r>
              <a:rPr lang="fi-FI" sz="1400" dirty="0" smtClean="0">
                <a:hlinkClick r:id="rId10"/>
              </a:rPr>
              <a:t>www.exampler.com</a:t>
            </a:r>
            <a:r>
              <a:rPr lang="fi-FI" sz="1400" dirty="0">
                <a:hlinkClick r:id="rId10"/>
              </a:rPr>
              <a:t>/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Bret Pettichord’s Website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11"/>
              </a:rPr>
              <a:t>http://www.pettichord.com/</a:t>
            </a:r>
            <a:endParaRPr lang="fi-FI" sz="11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Karl Wiegers website</a:t>
            </a:r>
          </a:p>
          <a:p>
            <a:pPr marL="377825" lvl="1" indent="-185738" defTabSz="762000">
              <a:lnSpc>
                <a:spcPct val="80000"/>
              </a:lnSpc>
            </a:pPr>
            <a:r>
              <a:rPr lang="fi-FI" sz="1400" dirty="0">
                <a:hlinkClick r:id="rId12"/>
              </a:rPr>
              <a:t>http://www.processimpact.com/</a:t>
            </a:r>
            <a:endParaRPr lang="fi-FI" sz="1400" dirty="0"/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14863" y="1828800"/>
            <a:ext cx="4205287" cy="3657600"/>
          </a:xfrm>
        </p:spPr>
        <p:txBody>
          <a:bodyPr>
            <a:noAutofit/>
          </a:bodyPr>
          <a:lstStyle/>
          <a:p>
            <a:pPr marL="0" indent="0" defTabSz="762000">
              <a:lnSpc>
                <a:spcPct val="80000"/>
              </a:lnSpc>
            </a:pPr>
            <a:r>
              <a:rPr lang="fi-FI" sz="1400" dirty="0"/>
              <a:t>Testauksen sertifiointia</a:t>
            </a:r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>
                <a:hlinkClick r:id="rId13"/>
              </a:rPr>
              <a:t>http://www.bcs.org.uk/iseb</a:t>
            </a:r>
            <a:r>
              <a:rPr lang="fi-FI" sz="1400" dirty="0"/>
              <a:t>/</a:t>
            </a:r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>
                <a:hlinkClick r:id="rId14"/>
              </a:rPr>
              <a:t>http://www.istqb.org/</a:t>
            </a:r>
            <a:endParaRPr lang="fi-FI" sz="1400" dirty="0"/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 smtClean="0">
                <a:hlinkClick r:id="rId15"/>
              </a:rPr>
              <a:t>http</a:t>
            </a:r>
            <a:r>
              <a:rPr lang="fi-FI" sz="1400" dirty="0">
                <a:hlinkClick r:id="rId15"/>
              </a:rPr>
              <a:t>://www.associationforsoftwaretesting.org</a:t>
            </a:r>
            <a:r>
              <a:rPr lang="fi-FI" sz="1400" dirty="0"/>
              <a:t> </a:t>
            </a:r>
          </a:p>
          <a:p>
            <a:pPr marL="377825" lvl="1" indent="-187325" defTabSz="762000">
              <a:lnSpc>
                <a:spcPct val="80000"/>
              </a:lnSpc>
            </a:pPr>
            <a:endParaRPr lang="fi-FI" sz="105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Syvällisten testauspohdintojen keskusteluryhmä</a:t>
            </a:r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>
                <a:hlinkClick r:id="rId16"/>
              </a:rPr>
              <a:t>http://groups.yahoo.com/groups/software-testing/</a:t>
            </a:r>
            <a:endParaRPr lang="fi-FI" sz="105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 smtClean="0"/>
              <a:t>Suomenkielistä </a:t>
            </a:r>
            <a:r>
              <a:rPr lang="fi-FI" sz="1400" dirty="0"/>
              <a:t>materiaalia</a:t>
            </a:r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>
                <a:hlinkClick r:id="rId17"/>
              </a:rPr>
              <a:t>http://www.testauskirja.com</a:t>
            </a:r>
            <a:endParaRPr lang="fi-FI" sz="105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Suomalainen testausosaamisyhteisö</a:t>
            </a:r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>
                <a:hlinkClick r:id="rId18"/>
              </a:rPr>
              <a:t>http</a:t>
            </a:r>
            <a:r>
              <a:rPr lang="fi-FI" sz="1400" dirty="0" smtClean="0">
                <a:hlinkClick r:id="rId18"/>
              </a:rPr>
              <a:t>://testausosy.ttlry.fi</a:t>
            </a:r>
            <a:r>
              <a:rPr lang="fi-FI" sz="1400" dirty="0" smtClean="0"/>
              <a:t> 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Suomalainen testaajien keskusteluryhmä</a:t>
            </a:r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>
                <a:hlinkClick r:id="rId19"/>
              </a:rPr>
              <a:t>http://groups.yahoo.com/groups/fi-testaus/</a:t>
            </a:r>
            <a:endParaRPr lang="fi-FI" sz="1400" dirty="0"/>
          </a:p>
          <a:p>
            <a:pPr marL="0" indent="0" defTabSz="762000">
              <a:lnSpc>
                <a:spcPct val="80000"/>
              </a:lnSpc>
            </a:pPr>
            <a:endParaRPr lang="fi-FI" sz="1400" dirty="0" smtClean="0"/>
          </a:p>
          <a:p>
            <a:pPr marL="0" indent="0" defTabSz="762000">
              <a:lnSpc>
                <a:spcPct val="80000"/>
              </a:lnSpc>
            </a:pPr>
            <a:r>
              <a:rPr lang="fi-FI" sz="1400" dirty="0" smtClean="0"/>
              <a:t>Kurssin </a:t>
            </a:r>
            <a:r>
              <a:rPr lang="fi-FI" sz="1400" dirty="0"/>
              <a:t>materiaalit</a:t>
            </a:r>
          </a:p>
          <a:p>
            <a:pPr marL="377825" lvl="1" indent="-187325" defTabSz="762000">
              <a:lnSpc>
                <a:spcPct val="80000"/>
              </a:lnSpc>
            </a:pPr>
            <a:r>
              <a:rPr lang="fi-FI" sz="1400" dirty="0">
                <a:hlinkClick r:id="rId20"/>
              </a:rPr>
              <a:t>http://</a:t>
            </a:r>
            <a:r>
              <a:rPr lang="fi-FI" sz="1400" dirty="0" smtClean="0">
                <a:hlinkClick r:id="rId20"/>
              </a:rPr>
              <a:t>www.testauskirja.com/at.zip</a:t>
            </a:r>
            <a:r>
              <a:rPr lang="fi-FI" sz="1400" dirty="0" smtClean="0"/>
              <a:t> </a:t>
            </a:r>
            <a:endParaRPr lang="fi-FI" sz="1400" dirty="0"/>
          </a:p>
          <a:p>
            <a:pPr marL="377825" lvl="1" indent="-187325" defTabSz="762000">
              <a:lnSpc>
                <a:spcPct val="80000"/>
              </a:lnSpc>
            </a:pPr>
            <a:endParaRPr lang="fi-FI" sz="1600" dirty="0"/>
          </a:p>
          <a:p>
            <a:pPr marL="0" indent="0" defTabSz="762000">
              <a:lnSpc>
                <a:spcPct val="80000"/>
              </a:lnSpc>
            </a:pPr>
            <a:r>
              <a:rPr lang="fi-FI" sz="1400" dirty="0"/>
              <a:t>Muiden kurssien materiaalia (creative commons –lisensoituja</a:t>
            </a:r>
            <a:r>
              <a:rPr lang="fi-FI" sz="1400" dirty="0" smtClean="0"/>
              <a:t>)</a:t>
            </a:r>
          </a:p>
          <a:p>
            <a:pPr marL="400050" lvl="2" indent="0" defTabSz="762000">
              <a:lnSpc>
                <a:spcPct val="80000"/>
              </a:lnSpc>
            </a:pPr>
            <a:r>
              <a:rPr lang="fi-FI" sz="1400" dirty="0" smtClean="0"/>
              <a:t>http://www.testauskirja.com/materiaalit.htm</a:t>
            </a:r>
            <a:endParaRPr lang="fi-FI" sz="1400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Sisältö</a:t>
            </a:r>
            <a:endParaRPr lang="fi-FI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</p:nvPr>
        </p:nvGraphicFramePr>
        <p:xfrm>
          <a:off x="304800" y="1600200"/>
          <a:ext cx="41910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1910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24000" y="1219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b="1" dirty="0" smtClean="0"/>
              <a:t>PÄIVÄ 1</a:t>
            </a:r>
            <a:endParaRPr lang="fi-FI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19800" y="1219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b="1" dirty="0" smtClean="0"/>
              <a:t>PÄIVÄ 2</a:t>
            </a:r>
            <a:endParaRPr lang="fi-FI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Materiaalin osiot</a:t>
            </a:r>
            <a:endParaRPr lang="fi-FI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fi-FI" sz="1800" dirty="0" smtClean="0"/>
              <a:t>Kurssin avaus </a:t>
            </a:r>
          </a:p>
          <a:p>
            <a:pPr algn="ctr"/>
            <a:r>
              <a:rPr lang="fi-FI" sz="1800" dirty="0" smtClean="0"/>
              <a:t>Testaus ja ketteryys </a:t>
            </a:r>
          </a:p>
          <a:p>
            <a:pPr algn="ctr"/>
            <a:r>
              <a:rPr lang="fi-FI" sz="1800" dirty="0" smtClean="0"/>
              <a:t>Ketterät menetelmät </a:t>
            </a:r>
          </a:p>
          <a:p>
            <a:pPr algn="ctr"/>
            <a:r>
              <a:rPr lang="fi-FI" sz="1800" dirty="0" smtClean="0"/>
              <a:t>Roolit ja osaaminen </a:t>
            </a:r>
          </a:p>
          <a:p>
            <a:pPr algn="ctr"/>
            <a:r>
              <a:rPr lang="fi-FI" sz="1800" dirty="0" smtClean="0"/>
              <a:t>Omien testaustaipumusten tunteminen </a:t>
            </a:r>
          </a:p>
          <a:p>
            <a:pPr algn="ctr"/>
            <a:r>
              <a:rPr lang="fi-FI" sz="1800" dirty="0" smtClean="0"/>
              <a:t>Siirtyminen ketteriin menetelmiin </a:t>
            </a:r>
          </a:p>
          <a:p>
            <a:pPr algn="ctr"/>
            <a:r>
              <a:rPr lang="fi-FI" sz="1800" dirty="0" smtClean="0"/>
              <a:t>Tutkivan testauksen käytännöt </a:t>
            </a:r>
          </a:p>
          <a:p>
            <a:pPr algn="ctr"/>
            <a:r>
              <a:rPr lang="fi-FI" sz="1800" dirty="0" smtClean="0"/>
              <a:t>Testauksen automatisointi </a:t>
            </a:r>
          </a:p>
          <a:p>
            <a:pPr algn="ctr"/>
            <a:r>
              <a:rPr lang="fi-FI" sz="1800" dirty="0" smtClean="0"/>
              <a:t>Testisuunnittelu ja dokumentointi </a:t>
            </a:r>
          </a:p>
          <a:p>
            <a:pPr algn="ctr"/>
            <a:r>
              <a:rPr lang="fi-FI" sz="1800" dirty="0" smtClean="0"/>
              <a:t>Havaintojen kirjaaminen ja virheiden korjaaminen </a:t>
            </a:r>
          </a:p>
          <a:p>
            <a:pPr algn="ctr"/>
            <a:r>
              <a:rPr lang="fi-FI" sz="1800" dirty="0" smtClean="0"/>
              <a:t>Vaatimukset ja hyväksymistestiohjattu kehitys </a:t>
            </a:r>
          </a:p>
          <a:p>
            <a:pPr algn="ctr"/>
            <a:r>
              <a:rPr lang="fi-FI" sz="1800" dirty="0" smtClean="0"/>
              <a:t>Iteraatiosuunnittelu </a:t>
            </a:r>
          </a:p>
          <a:p>
            <a:pPr algn="ctr"/>
            <a:r>
              <a:rPr lang="fi-FI" sz="1800" dirty="0" smtClean="0"/>
              <a:t>Julkaisusuunnittelu </a:t>
            </a:r>
          </a:p>
          <a:p>
            <a:pPr algn="ctr"/>
            <a:r>
              <a:rPr lang="fi-FI" sz="1800" dirty="0" smtClean="0"/>
              <a:t>Testauksen parantaminen </a:t>
            </a:r>
          </a:p>
          <a:p>
            <a:pPr algn="ctr"/>
            <a:r>
              <a:rPr lang="fi-FI" sz="1800" dirty="0" smtClean="0"/>
              <a:t>Näkyvyyden tuottamisen käytännöt </a:t>
            </a:r>
            <a:endParaRPr lang="fi-FI" sz="1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Oppeja ykköspäivältä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Suunnittelun / tekemisen rytmi mietityttää ja sen ohessa kysellään jo paljon käytännön tekemisen vinkkejä</a:t>
            </a:r>
          </a:p>
          <a:p>
            <a:r>
              <a:rPr lang="fi-FI" dirty="0" smtClean="0"/>
              <a:t>Ketterää testausta ei voi kuvata kuvaamatta ketterää kehitystä</a:t>
            </a:r>
            <a:endParaRPr lang="fi-FI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Aikataulu</a:t>
            </a:r>
            <a:endParaRPr lang="fi-FI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38400" y="1524000"/>
          <a:ext cx="4114800" cy="48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819400"/>
              </a:tblGrid>
              <a:tr h="340259">
                <a:tc>
                  <a:txBody>
                    <a:bodyPr/>
                    <a:lstStyle/>
                    <a:p>
                      <a:r>
                        <a:rPr lang="fi-FI" dirty="0" smtClean="0"/>
                        <a:t>Päivä</a:t>
                      </a:r>
                      <a:r>
                        <a:rPr lang="fi-FI" baseline="0" dirty="0" smtClean="0"/>
                        <a:t> 2 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Varaus</a:t>
                      </a:r>
                      <a:endParaRPr lang="fi-FI" dirty="0"/>
                    </a:p>
                  </a:txBody>
                  <a:tcPr/>
                </a:tc>
              </a:tr>
              <a:tr h="425324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9.00 – 9.10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Päivän aiheiden priorisointi, katsaus eiliseen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9.10 – 9.45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1 (30</a:t>
                      </a:r>
                      <a:r>
                        <a:rPr lang="fi-FI" sz="1200" baseline="0" dirty="0" smtClean="0"/>
                        <a:t> + 5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9.45 – 10.15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2 (25 + 5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10.15</a:t>
                      </a:r>
                      <a:r>
                        <a:rPr lang="fi-FI" sz="1200" baseline="0" dirty="0" smtClean="0"/>
                        <a:t> - 10.35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Kahvitauko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10.35</a:t>
                      </a:r>
                      <a:r>
                        <a:rPr lang="fi-FI" sz="1200" baseline="0" dirty="0" smtClean="0"/>
                        <a:t> – 11.15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3 (30 + 10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11.15 – 11.20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Jaloittelutauko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11.20 –</a:t>
                      </a:r>
                      <a:r>
                        <a:rPr lang="fi-FI" sz="1200" baseline="0" dirty="0" smtClean="0"/>
                        <a:t> 12.00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4 (30 + 10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12.00 – 13.00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Lounastauko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13.00 – 13.35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5 (30 + 5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13.35 – 14.15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6 (30 + 5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14.15 – 14.35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Kahvitauko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14.35 – 15.10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7 (30</a:t>
                      </a:r>
                      <a:r>
                        <a:rPr lang="fi-FI" sz="1200" baseline="0" dirty="0" smtClean="0"/>
                        <a:t> + 5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15.10 – 15.15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Jaloittelutauko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15.15 – 15.45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Sessio 8 (25 + 5 min)</a:t>
                      </a:r>
                      <a:endParaRPr lang="fi-FI" sz="1200" dirty="0"/>
                    </a:p>
                  </a:txBody>
                  <a:tcPr/>
                </a:tc>
              </a:tr>
              <a:tr h="288216"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15.45 – 16.00</a:t>
                      </a:r>
                      <a:endParaRPr lang="fi-FI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 smtClean="0"/>
                        <a:t>Yhteenveto ja palaute</a:t>
                      </a:r>
                      <a:endParaRPr lang="fi-FI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Kakkospäivän järjestystä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i-FI" dirty="0" smtClean="0"/>
              <a:t>Harjoitus: Testauksen iteraatiosuunnittelun kokeminen</a:t>
            </a:r>
          </a:p>
          <a:p>
            <a:r>
              <a:rPr lang="fi-FI" dirty="0" smtClean="0"/>
              <a:t>Harjoitus: Testauksen luonne / tutkiva testaus</a:t>
            </a:r>
          </a:p>
          <a:p>
            <a:r>
              <a:rPr lang="fi-FI" dirty="0" smtClean="0"/>
              <a:t>Harjoitus: Oma testaajatyyppi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i-FI" dirty="0" smtClean="0">
                <a:solidFill>
                  <a:schemeClr val="tx2"/>
                </a:solidFill>
              </a:rPr>
              <a:t>Roolit ja osaaminen </a:t>
            </a:r>
          </a:p>
          <a:p>
            <a:pPr>
              <a:buNone/>
            </a:pPr>
            <a:r>
              <a:rPr lang="fi-FI" dirty="0" smtClean="0"/>
              <a:t>Omien testaustaipumusten tunteminen </a:t>
            </a:r>
          </a:p>
          <a:p>
            <a:pPr>
              <a:buNone/>
            </a:pPr>
            <a:r>
              <a:rPr lang="fi-FI" strike="sngStrike" dirty="0" smtClean="0">
                <a:solidFill>
                  <a:schemeClr val="tx2"/>
                </a:solidFill>
              </a:rPr>
              <a:t>Siirtyminen ketteriin menetelmiin </a:t>
            </a:r>
          </a:p>
          <a:p>
            <a:pPr>
              <a:buNone/>
            </a:pPr>
            <a:r>
              <a:rPr lang="fi-FI" strike="sngStrike" dirty="0" smtClean="0">
                <a:solidFill>
                  <a:schemeClr val="tx2"/>
                </a:solidFill>
              </a:rPr>
              <a:t>Tutkivan testauksen käytännöt </a:t>
            </a:r>
          </a:p>
          <a:p>
            <a:pPr>
              <a:buNone/>
            </a:pPr>
            <a:r>
              <a:rPr lang="fi-FI" dirty="0" smtClean="0">
                <a:solidFill>
                  <a:schemeClr val="tx2"/>
                </a:solidFill>
              </a:rPr>
              <a:t>Testauksen automatisointi </a:t>
            </a:r>
          </a:p>
          <a:p>
            <a:pPr>
              <a:buNone/>
            </a:pPr>
            <a:r>
              <a:rPr lang="fi-FI" strike="sngStrike" dirty="0" smtClean="0">
                <a:solidFill>
                  <a:schemeClr val="tx2"/>
                </a:solidFill>
              </a:rPr>
              <a:t>Testisuunnittelu ja dokumentointi </a:t>
            </a:r>
          </a:p>
          <a:p>
            <a:pPr>
              <a:buNone/>
            </a:pPr>
            <a:r>
              <a:rPr lang="fi-FI" dirty="0" smtClean="0">
                <a:solidFill>
                  <a:schemeClr val="tx2"/>
                </a:solidFill>
              </a:rPr>
              <a:t>Havaintojen kirjaaminen ja virheiden korjaaminen </a:t>
            </a:r>
          </a:p>
          <a:p>
            <a:pPr>
              <a:buNone/>
            </a:pPr>
            <a:r>
              <a:rPr lang="fi-FI" strike="sngStrike" dirty="0" smtClean="0"/>
              <a:t>Vaatimukset ja hyväksymistestiohjattu kehitys </a:t>
            </a:r>
          </a:p>
          <a:p>
            <a:pPr>
              <a:buNone/>
            </a:pPr>
            <a:r>
              <a:rPr lang="fi-FI" strike="sngStrike" dirty="0" smtClean="0">
                <a:solidFill>
                  <a:schemeClr val="tx2"/>
                </a:solidFill>
              </a:rPr>
              <a:t>Iteraatiosuunnittelu</a:t>
            </a:r>
            <a:r>
              <a:rPr lang="fi-FI" dirty="0" smtClean="0">
                <a:solidFill>
                  <a:schemeClr val="tx2"/>
                </a:solidFill>
              </a:rPr>
              <a:t> </a:t>
            </a:r>
          </a:p>
          <a:p>
            <a:pPr>
              <a:buNone/>
            </a:pPr>
            <a:r>
              <a:rPr lang="fi-FI" strike="sngStrike" dirty="0" smtClean="0"/>
              <a:t>Julkaisusuunnittelu </a:t>
            </a:r>
          </a:p>
          <a:p>
            <a:pPr>
              <a:buNone/>
            </a:pPr>
            <a:r>
              <a:rPr lang="fi-FI" dirty="0" smtClean="0"/>
              <a:t>Testauksen parantaminen </a:t>
            </a:r>
          </a:p>
          <a:p>
            <a:pPr>
              <a:buNone/>
            </a:pPr>
            <a:r>
              <a:rPr lang="fi-FI" dirty="0" smtClean="0"/>
              <a:t>Näkyvyyden tuottamisen käytännöt </a:t>
            </a:r>
            <a:endParaRPr lang="fi-FI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1185</Words>
  <Application>Microsoft Macintosh PowerPoint</Application>
  <PresentationFormat>On-screen Show (4:3)</PresentationFormat>
  <Paragraphs>244</Paragraphs>
  <Slides>14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Slide</vt:lpstr>
      <vt:lpstr>Ketterä testaus</vt:lpstr>
      <vt:lpstr>Materiaalista</vt:lpstr>
      <vt:lpstr>Maaretin taustasta suhteessa ketterään testaukseen</vt:lpstr>
      <vt:lpstr>Esittäytymiset ja odotukset</vt:lpstr>
      <vt:lpstr>Kurssin oppimistavoitteet</vt:lpstr>
      <vt:lpstr>Suositeltavaa lukemistoa</vt:lpstr>
      <vt:lpstr>Muita erinomaisia lähteitä</vt:lpstr>
      <vt:lpstr>Seuraamisen arvoisia nimiä ketterän testauksen osalta</vt:lpstr>
      <vt:lpstr>Hyviä testaustiedon lähteitä verkossa</vt:lpstr>
      <vt:lpstr>Sisältö</vt:lpstr>
      <vt:lpstr>Materiaalin osiot</vt:lpstr>
      <vt:lpstr>Oppeja ykköspäivältä</vt:lpstr>
      <vt:lpstr>Aikataulu</vt:lpstr>
      <vt:lpstr>Kakkospäivän järjestystä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Ketterä testaus</dc:title>
  <dc:creator>Maaret Pyhäjärvi</dc:creator>
  <cp:lastModifiedBy>Maaret Pyhäjärvi</cp:lastModifiedBy>
  <cp:revision>34</cp:revision>
  <dcterms:created xsi:type="dcterms:W3CDTF">2006-08-16T00:00:00Z</dcterms:created>
  <dcterms:modified xsi:type="dcterms:W3CDTF">2017-05-29T06:14:34Z</dcterms:modified>
</cp:coreProperties>
</file>