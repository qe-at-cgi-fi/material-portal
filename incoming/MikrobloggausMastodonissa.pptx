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6"/>
    <p:restoredTop sz="97081"/>
  </p:normalViewPr>
  <p:slideViewPr>
    <p:cSldViewPr snapToGrid="0">
      <p:cViewPr varScale="1">
        <p:scale>
          <a:sx n="150" d="100"/>
          <a:sy n="150" d="100"/>
        </p:scale>
        <p:origin x="16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0AB01B-97F5-534F-956F-38CE826EAE94}" type="doc">
      <dgm:prSet loTypeId="urn:microsoft.com/office/officeart/2005/8/layout/cycle2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GB"/>
        </a:p>
      </dgm:t>
    </dgm:pt>
    <dgm:pt modelId="{BD098D38-F2EC-2044-AB1D-4340570BFCE6}">
      <dgm:prSet/>
      <dgm:spPr/>
      <dgm:t>
        <a:bodyPr/>
        <a:lstStyle/>
        <a:p>
          <a:r>
            <a:rPr lang="en-FI"/>
            <a:t>Broadcast</a:t>
          </a:r>
        </a:p>
      </dgm:t>
    </dgm:pt>
    <dgm:pt modelId="{50239CD1-A15A-A74B-A521-8FC59B380F4A}" type="parTrans" cxnId="{E4C8867B-D056-3F4C-810D-F881568E2246}">
      <dgm:prSet/>
      <dgm:spPr/>
      <dgm:t>
        <a:bodyPr/>
        <a:lstStyle/>
        <a:p>
          <a:endParaRPr lang="en-GB"/>
        </a:p>
      </dgm:t>
    </dgm:pt>
    <dgm:pt modelId="{32BC7B96-8624-CA41-9988-0D286AE66F24}" type="sibTrans" cxnId="{E4C8867B-D056-3F4C-810D-F881568E2246}">
      <dgm:prSet/>
      <dgm:spPr/>
      <dgm:t>
        <a:bodyPr/>
        <a:lstStyle/>
        <a:p>
          <a:endParaRPr lang="en-GB"/>
        </a:p>
      </dgm:t>
    </dgm:pt>
    <dgm:pt modelId="{A5BEC44E-A5A7-F84E-B3EC-E6D5D8F0D59C}">
      <dgm:prSet/>
      <dgm:spPr/>
      <dgm:t>
        <a:bodyPr/>
        <a:lstStyle/>
        <a:p>
          <a:r>
            <a:rPr lang="en-FI"/>
            <a:t>Discuss</a:t>
          </a:r>
        </a:p>
      </dgm:t>
    </dgm:pt>
    <dgm:pt modelId="{BE3DA2DF-3314-EA4B-A248-B152C2ADC3A8}" type="parTrans" cxnId="{270190DC-91A2-CC44-82B8-D91F9328FD4B}">
      <dgm:prSet/>
      <dgm:spPr/>
      <dgm:t>
        <a:bodyPr/>
        <a:lstStyle/>
        <a:p>
          <a:endParaRPr lang="en-GB"/>
        </a:p>
      </dgm:t>
    </dgm:pt>
    <dgm:pt modelId="{338CD695-E10A-4D4B-A976-B48210079AD8}" type="sibTrans" cxnId="{270190DC-91A2-CC44-82B8-D91F9328FD4B}">
      <dgm:prSet/>
      <dgm:spPr/>
      <dgm:t>
        <a:bodyPr/>
        <a:lstStyle/>
        <a:p>
          <a:endParaRPr lang="en-GB"/>
        </a:p>
      </dgm:t>
    </dgm:pt>
    <dgm:pt modelId="{203B7819-9B9D-854B-870B-28295375AC58}">
      <dgm:prSet/>
      <dgm:spPr/>
      <dgm:t>
        <a:bodyPr/>
        <a:lstStyle/>
        <a:p>
          <a:r>
            <a:rPr lang="en-FI" dirty="0"/>
            <a:t>Listen</a:t>
          </a:r>
        </a:p>
      </dgm:t>
    </dgm:pt>
    <dgm:pt modelId="{5C024B4E-A94C-6C44-8581-166CCD371FA5}" type="parTrans" cxnId="{DFD9F131-5850-8748-B01C-442F741AABB0}">
      <dgm:prSet/>
      <dgm:spPr/>
      <dgm:t>
        <a:bodyPr/>
        <a:lstStyle/>
        <a:p>
          <a:endParaRPr lang="en-GB"/>
        </a:p>
      </dgm:t>
    </dgm:pt>
    <dgm:pt modelId="{4EB358C0-56FD-6C42-83DA-9E6441718B1D}" type="sibTrans" cxnId="{DFD9F131-5850-8748-B01C-442F741AABB0}">
      <dgm:prSet/>
      <dgm:spPr/>
      <dgm:t>
        <a:bodyPr/>
        <a:lstStyle/>
        <a:p>
          <a:endParaRPr lang="en-GB"/>
        </a:p>
      </dgm:t>
    </dgm:pt>
    <dgm:pt modelId="{50C3004A-4030-9148-A816-477A1CEA7C8C}" type="pres">
      <dgm:prSet presAssocID="{8C0AB01B-97F5-534F-956F-38CE826EAE94}" presName="cycle" presStyleCnt="0">
        <dgm:presLayoutVars>
          <dgm:dir/>
          <dgm:resizeHandles val="exact"/>
        </dgm:presLayoutVars>
      </dgm:prSet>
      <dgm:spPr/>
    </dgm:pt>
    <dgm:pt modelId="{9064EED0-B772-0648-9141-CC5829B4DD7D}" type="pres">
      <dgm:prSet presAssocID="{BD098D38-F2EC-2044-AB1D-4340570BFCE6}" presName="node" presStyleLbl="node1" presStyleIdx="0" presStyleCnt="3">
        <dgm:presLayoutVars>
          <dgm:bulletEnabled val="1"/>
        </dgm:presLayoutVars>
      </dgm:prSet>
      <dgm:spPr/>
    </dgm:pt>
    <dgm:pt modelId="{928121BD-4B73-3B47-8BB1-ABBBD49CDB29}" type="pres">
      <dgm:prSet presAssocID="{32BC7B96-8624-CA41-9988-0D286AE66F24}" presName="sibTrans" presStyleLbl="sibTrans2D1" presStyleIdx="0" presStyleCnt="3"/>
      <dgm:spPr/>
    </dgm:pt>
    <dgm:pt modelId="{171815F0-9176-CE4A-8F8A-1DEE392E50EB}" type="pres">
      <dgm:prSet presAssocID="{32BC7B96-8624-CA41-9988-0D286AE66F24}" presName="connectorText" presStyleLbl="sibTrans2D1" presStyleIdx="0" presStyleCnt="3"/>
      <dgm:spPr/>
    </dgm:pt>
    <dgm:pt modelId="{FFF43FB7-2DD3-B14A-8582-3C9E2092AD08}" type="pres">
      <dgm:prSet presAssocID="{A5BEC44E-A5A7-F84E-B3EC-E6D5D8F0D59C}" presName="node" presStyleLbl="node1" presStyleIdx="1" presStyleCnt="3">
        <dgm:presLayoutVars>
          <dgm:bulletEnabled val="1"/>
        </dgm:presLayoutVars>
      </dgm:prSet>
      <dgm:spPr/>
    </dgm:pt>
    <dgm:pt modelId="{DF947C47-053D-BE46-A701-3A6720C07F86}" type="pres">
      <dgm:prSet presAssocID="{338CD695-E10A-4D4B-A976-B48210079AD8}" presName="sibTrans" presStyleLbl="sibTrans2D1" presStyleIdx="1" presStyleCnt="3"/>
      <dgm:spPr/>
    </dgm:pt>
    <dgm:pt modelId="{DD1B16B9-3B93-784F-A8B7-DE17A23C0633}" type="pres">
      <dgm:prSet presAssocID="{338CD695-E10A-4D4B-A976-B48210079AD8}" presName="connectorText" presStyleLbl="sibTrans2D1" presStyleIdx="1" presStyleCnt="3"/>
      <dgm:spPr/>
    </dgm:pt>
    <dgm:pt modelId="{DD972DEA-6688-4F46-82CD-2E43F11280A3}" type="pres">
      <dgm:prSet presAssocID="{203B7819-9B9D-854B-870B-28295375AC58}" presName="node" presStyleLbl="node1" presStyleIdx="2" presStyleCnt="3">
        <dgm:presLayoutVars>
          <dgm:bulletEnabled val="1"/>
        </dgm:presLayoutVars>
      </dgm:prSet>
      <dgm:spPr/>
    </dgm:pt>
    <dgm:pt modelId="{8CA0DDED-ADCB-A04D-9CC8-D81A9AAD4146}" type="pres">
      <dgm:prSet presAssocID="{4EB358C0-56FD-6C42-83DA-9E6441718B1D}" presName="sibTrans" presStyleLbl="sibTrans2D1" presStyleIdx="2" presStyleCnt="3"/>
      <dgm:spPr/>
    </dgm:pt>
    <dgm:pt modelId="{73DB8874-5CE9-BA44-BA22-F60B25C249C1}" type="pres">
      <dgm:prSet presAssocID="{4EB358C0-56FD-6C42-83DA-9E6441718B1D}" presName="connectorText" presStyleLbl="sibTrans2D1" presStyleIdx="2" presStyleCnt="3"/>
      <dgm:spPr/>
    </dgm:pt>
  </dgm:ptLst>
  <dgm:cxnLst>
    <dgm:cxn modelId="{8339941D-AD0D-5843-BB26-BF65F5A786E7}" type="presOf" srcId="{338CD695-E10A-4D4B-A976-B48210079AD8}" destId="{DD1B16B9-3B93-784F-A8B7-DE17A23C0633}" srcOrd="1" destOrd="0" presId="urn:microsoft.com/office/officeart/2005/8/layout/cycle2"/>
    <dgm:cxn modelId="{A6342529-4760-7F41-9993-03C5537BABB1}" type="presOf" srcId="{8C0AB01B-97F5-534F-956F-38CE826EAE94}" destId="{50C3004A-4030-9148-A816-477A1CEA7C8C}" srcOrd="0" destOrd="0" presId="urn:microsoft.com/office/officeart/2005/8/layout/cycle2"/>
    <dgm:cxn modelId="{DFD9F131-5850-8748-B01C-442F741AABB0}" srcId="{8C0AB01B-97F5-534F-956F-38CE826EAE94}" destId="{203B7819-9B9D-854B-870B-28295375AC58}" srcOrd="2" destOrd="0" parTransId="{5C024B4E-A94C-6C44-8581-166CCD371FA5}" sibTransId="{4EB358C0-56FD-6C42-83DA-9E6441718B1D}"/>
    <dgm:cxn modelId="{C7450145-A859-AE4B-AA87-490CB3EA0D5C}" type="presOf" srcId="{203B7819-9B9D-854B-870B-28295375AC58}" destId="{DD972DEA-6688-4F46-82CD-2E43F11280A3}" srcOrd="0" destOrd="0" presId="urn:microsoft.com/office/officeart/2005/8/layout/cycle2"/>
    <dgm:cxn modelId="{C4234C4D-FE50-1D46-9F52-17F123E85B23}" type="presOf" srcId="{32BC7B96-8624-CA41-9988-0D286AE66F24}" destId="{928121BD-4B73-3B47-8BB1-ABBBD49CDB29}" srcOrd="0" destOrd="0" presId="urn:microsoft.com/office/officeart/2005/8/layout/cycle2"/>
    <dgm:cxn modelId="{E4C8867B-D056-3F4C-810D-F881568E2246}" srcId="{8C0AB01B-97F5-534F-956F-38CE826EAE94}" destId="{BD098D38-F2EC-2044-AB1D-4340570BFCE6}" srcOrd="0" destOrd="0" parTransId="{50239CD1-A15A-A74B-A521-8FC59B380F4A}" sibTransId="{32BC7B96-8624-CA41-9988-0D286AE66F24}"/>
    <dgm:cxn modelId="{432D2997-2B0A-B544-9763-C070516BEC84}" type="presOf" srcId="{338CD695-E10A-4D4B-A976-B48210079AD8}" destId="{DF947C47-053D-BE46-A701-3A6720C07F86}" srcOrd="0" destOrd="0" presId="urn:microsoft.com/office/officeart/2005/8/layout/cycle2"/>
    <dgm:cxn modelId="{14CD3E98-7AFD-D748-98F5-E0A90EB7333D}" type="presOf" srcId="{4EB358C0-56FD-6C42-83DA-9E6441718B1D}" destId="{8CA0DDED-ADCB-A04D-9CC8-D81A9AAD4146}" srcOrd="0" destOrd="0" presId="urn:microsoft.com/office/officeart/2005/8/layout/cycle2"/>
    <dgm:cxn modelId="{7A6A95B3-0115-7D4E-BFBA-A6EE05202C36}" type="presOf" srcId="{BD098D38-F2EC-2044-AB1D-4340570BFCE6}" destId="{9064EED0-B772-0648-9141-CC5829B4DD7D}" srcOrd="0" destOrd="0" presId="urn:microsoft.com/office/officeart/2005/8/layout/cycle2"/>
    <dgm:cxn modelId="{509823BD-3B6E-E948-B08F-F7E2188F1A5F}" type="presOf" srcId="{A5BEC44E-A5A7-F84E-B3EC-E6D5D8F0D59C}" destId="{FFF43FB7-2DD3-B14A-8582-3C9E2092AD08}" srcOrd="0" destOrd="0" presId="urn:microsoft.com/office/officeart/2005/8/layout/cycle2"/>
    <dgm:cxn modelId="{270190DC-91A2-CC44-82B8-D91F9328FD4B}" srcId="{8C0AB01B-97F5-534F-956F-38CE826EAE94}" destId="{A5BEC44E-A5A7-F84E-B3EC-E6D5D8F0D59C}" srcOrd="1" destOrd="0" parTransId="{BE3DA2DF-3314-EA4B-A248-B152C2ADC3A8}" sibTransId="{338CD695-E10A-4D4B-A976-B48210079AD8}"/>
    <dgm:cxn modelId="{57C7BFE7-F93A-A248-801F-C9367FF755B8}" type="presOf" srcId="{32BC7B96-8624-CA41-9988-0D286AE66F24}" destId="{171815F0-9176-CE4A-8F8A-1DEE392E50EB}" srcOrd="1" destOrd="0" presId="urn:microsoft.com/office/officeart/2005/8/layout/cycle2"/>
    <dgm:cxn modelId="{AC9BCEFC-AC94-014B-87E3-876E18B6CA35}" type="presOf" srcId="{4EB358C0-56FD-6C42-83DA-9E6441718B1D}" destId="{73DB8874-5CE9-BA44-BA22-F60B25C249C1}" srcOrd="1" destOrd="0" presId="urn:microsoft.com/office/officeart/2005/8/layout/cycle2"/>
    <dgm:cxn modelId="{05D4EC0D-C417-5B48-82AC-249A50D8C66F}" type="presParOf" srcId="{50C3004A-4030-9148-A816-477A1CEA7C8C}" destId="{9064EED0-B772-0648-9141-CC5829B4DD7D}" srcOrd="0" destOrd="0" presId="urn:microsoft.com/office/officeart/2005/8/layout/cycle2"/>
    <dgm:cxn modelId="{DC7D73DA-1F68-2A44-ACA6-E28D408E1053}" type="presParOf" srcId="{50C3004A-4030-9148-A816-477A1CEA7C8C}" destId="{928121BD-4B73-3B47-8BB1-ABBBD49CDB29}" srcOrd="1" destOrd="0" presId="urn:microsoft.com/office/officeart/2005/8/layout/cycle2"/>
    <dgm:cxn modelId="{3F6ED0AC-9BA4-4144-BA0F-AADB24C004BD}" type="presParOf" srcId="{928121BD-4B73-3B47-8BB1-ABBBD49CDB29}" destId="{171815F0-9176-CE4A-8F8A-1DEE392E50EB}" srcOrd="0" destOrd="0" presId="urn:microsoft.com/office/officeart/2005/8/layout/cycle2"/>
    <dgm:cxn modelId="{3E6CA12E-6E52-9D46-8BF6-D927E393EBB5}" type="presParOf" srcId="{50C3004A-4030-9148-A816-477A1CEA7C8C}" destId="{FFF43FB7-2DD3-B14A-8582-3C9E2092AD08}" srcOrd="2" destOrd="0" presId="urn:microsoft.com/office/officeart/2005/8/layout/cycle2"/>
    <dgm:cxn modelId="{B3316FBD-E8E8-D34A-8C5B-F3970731E915}" type="presParOf" srcId="{50C3004A-4030-9148-A816-477A1CEA7C8C}" destId="{DF947C47-053D-BE46-A701-3A6720C07F86}" srcOrd="3" destOrd="0" presId="urn:microsoft.com/office/officeart/2005/8/layout/cycle2"/>
    <dgm:cxn modelId="{72EB9EF0-E985-6542-B285-3D030B199A32}" type="presParOf" srcId="{DF947C47-053D-BE46-A701-3A6720C07F86}" destId="{DD1B16B9-3B93-784F-A8B7-DE17A23C0633}" srcOrd="0" destOrd="0" presId="urn:microsoft.com/office/officeart/2005/8/layout/cycle2"/>
    <dgm:cxn modelId="{94A32685-CC94-3947-A2A8-6E670A1EF875}" type="presParOf" srcId="{50C3004A-4030-9148-A816-477A1CEA7C8C}" destId="{DD972DEA-6688-4F46-82CD-2E43F11280A3}" srcOrd="4" destOrd="0" presId="urn:microsoft.com/office/officeart/2005/8/layout/cycle2"/>
    <dgm:cxn modelId="{8CF1A21E-5045-C844-9D26-161DA8AE66F5}" type="presParOf" srcId="{50C3004A-4030-9148-A816-477A1CEA7C8C}" destId="{8CA0DDED-ADCB-A04D-9CC8-D81A9AAD4146}" srcOrd="5" destOrd="0" presId="urn:microsoft.com/office/officeart/2005/8/layout/cycle2"/>
    <dgm:cxn modelId="{56BF3E34-4C4A-A748-92BE-9DDF44BF4F13}" type="presParOf" srcId="{8CA0DDED-ADCB-A04D-9CC8-D81A9AAD4146}" destId="{73DB8874-5CE9-BA44-BA22-F60B25C249C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4EED0-B772-0648-9141-CC5829B4DD7D}">
      <dsp:nvSpPr>
        <dsp:cNvPr id="0" name=""/>
        <dsp:cNvSpPr/>
      </dsp:nvSpPr>
      <dsp:spPr>
        <a:xfrm>
          <a:off x="1240357" y="455"/>
          <a:ext cx="1282622" cy="128262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I" sz="1600" kern="1200"/>
            <a:t>Broadcast</a:t>
          </a:r>
        </a:p>
      </dsp:txBody>
      <dsp:txXfrm>
        <a:off x="1428193" y="188291"/>
        <a:ext cx="906950" cy="906950"/>
      </dsp:txXfrm>
    </dsp:sp>
    <dsp:sp modelId="{928121BD-4B73-3B47-8BB1-ABBBD49CDB29}">
      <dsp:nvSpPr>
        <dsp:cNvPr id="0" name=""/>
        <dsp:cNvSpPr/>
      </dsp:nvSpPr>
      <dsp:spPr>
        <a:xfrm rot="3600000">
          <a:off x="2187867" y="1250599"/>
          <a:ext cx="340550" cy="432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2213408" y="1292937"/>
        <a:ext cx="238385" cy="259730"/>
      </dsp:txXfrm>
    </dsp:sp>
    <dsp:sp modelId="{FFF43FB7-2DD3-B14A-8582-3C9E2092AD08}">
      <dsp:nvSpPr>
        <dsp:cNvPr id="0" name=""/>
        <dsp:cNvSpPr/>
      </dsp:nvSpPr>
      <dsp:spPr>
        <a:xfrm>
          <a:off x="2202942" y="1667700"/>
          <a:ext cx="1282622" cy="1282622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I" sz="1600" kern="1200"/>
            <a:t>Discuss</a:t>
          </a:r>
        </a:p>
      </dsp:txBody>
      <dsp:txXfrm>
        <a:off x="2390778" y="1855536"/>
        <a:ext cx="906950" cy="906950"/>
      </dsp:txXfrm>
    </dsp:sp>
    <dsp:sp modelId="{DF947C47-053D-BE46-A701-3A6720C07F86}">
      <dsp:nvSpPr>
        <dsp:cNvPr id="0" name=""/>
        <dsp:cNvSpPr/>
      </dsp:nvSpPr>
      <dsp:spPr>
        <a:xfrm rot="10800000">
          <a:off x="1721032" y="2092569"/>
          <a:ext cx="340550" cy="432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 rot="10800000">
        <a:off x="1823197" y="2179146"/>
        <a:ext cx="238385" cy="259730"/>
      </dsp:txXfrm>
    </dsp:sp>
    <dsp:sp modelId="{DD972DEA-6688-4F46-82CD-2E43F11280A3}">
      <dsp:nvSpPr>
        <dsp:cNvPr id="0" name=""/>
        <dsp:cNvSpPr/>
      </dsp:nvSpPr>
      <dsp:spPr>
        <a:xfrm>
          <a:off x="277773" y="1667700"/>
          <a:ext cx="1282622" cy="1282622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I" sz="1600" kern="1200" dirty="0"/>
            <a:t>Listen</a:t>
          </a:r>
        </a:p>
      </dsp:txBody>
      <dsp:txXfrm>
        <a:off x="465609" y="1855536"/>
        <a:ext cx="906950" cy="906950"/>
      </dsp:txXfrm>
    </dsp:sp>
    <dsp:sp modelId="{8CA0DDED-ADCB-A04D-9CC8-D81A9AAD4146}">
      <dsp:nvSpPr>
        <dsp:cNvPr id="0" name=""/>
        <dsp:cNvSpPr/>
      </dsp:nvSpPr>
      <dsp:spPr>
        <a:xfrm rot="18000000">
          <a:off x="1225282" y="1267293"/>
          <a:ext cx="340550" cy="432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1250823" y="1398109"/>
        <a:ext cx="238385" cy="2597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FA4D1-9415-1645-ADCE-BD8114636F7D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ED0D7-82B9-AE43-A179-874F745C376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5177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1ED0D7-82B9-AE43-A179-874F745C3767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79813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1ED0D7-82B9-AE43-A179-874F745C3767}" type="slidenum">
              <a:rPr lang="en-FI" smtClean="0"/>
              <a:t>5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67987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7004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0319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9967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21168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85865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9299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670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42932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458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3297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9248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17DC5-374D-E345-A1DE-BB0DBCBCD204}" type="datetimeFigureOut">
              <a:rPr lang="en-FI" smtClean="0"/>
              <a:t>14.2.2023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8F900-01E4-474B-8D96-70185F3C141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39028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ogo&#10;&#10;Description automatically generated">
            <a:extLst>
              <a:ext uri="{FF2B5EF4-FFF2-40B4-BE49-F238E27FC236}">
                <a16:creationId xmlns:a16="http://schemas.microsoft.com/office/drawing/2014/main" id="{77A22BA1-F62D-C94A-6870-88C4361B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9303" y="1119116"/>
            <a:ext cx="9188978" cy="221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ight Triangle 103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61866-B48A-E7A5-6ED4-7075749C0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4" y="3429000"/>
            <a:ext cx="8921672" cy="1713305"/>
          </a:xfrm>
        </p:spPr>
        <p:txBody>
          <a:bodyPr anchor="b">
            <a:normAutofit/>
          </a:bodyPr>
          <a:lstStyle/>
          <a:p>
            <a:pPr algn="l"/>
            <a:r>
              <a:rPr lang="en-FI" sz="5600" dirty="0"/>
              <a:t>Mikrobloggaus Mastodonissa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71741-1678-7592-8B98-B87CD9C7D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9303" y="5142305"/>
            <a:ext cx="7321298" cy="903038"/>
          </a:xfrm>
        </p:spPr>
        <p:txBody>
          <a:bodyPr anchor="t">
            <a:normAutofit fontScale="85000" lnSpcReduction="20000"/>
          </a:bodyPr>
          <a:lstStyle/>
          <a:p>
            <a:pPr algn="l"/>
            <a:r>
              <a:rPr lang="en-FI" sz="3000" dirty="0"/>
              <a:t>Maaret Pyhäjärvi</a:t>
            </a:r>
          </a:p>
          <a:p>
            <a:pPr algn="l"/>
            <a:r>
              <a:rPr lang="en-FI" sz="2000" dirty="0"/>
              <a:t>TIVIA hallitus 2022-2023</a:t>
            </a:r>
            <a:br>
              <a:rPr lang="en-FI" sz="2000" dirty="0"/>
            </a:br>
            <a:r>
              <a:rPr lang="en-FI" sz="2000" dirty="0"/>
              <a:t>Principal Test Engineer / Development Manager @Vaisala</a:t>
            </a:r>
          </a:p>
        </p:txBody>
      </p:sp>
    </p:spTree>
    <p:extLst>
      <p:ext uri="{BB962C8B-B14F-4D97-AF65-F5344CB8AC3E}">
        <p14:creationId xmlns:p14="http://schemas.microsoft.com/office/powerpoint/2010/main" val="49318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960EEF-82C0-E452-FBB2-688CAE26FDC3}"/>
              </a:ext>
            </a:extLst>
          </p:cNvPr>
          <p:cNvSpPr txBox="1"/>
          <p:nvPr/>
        </p:nvSpPr>
        <p:spPr>
          <a:xfrm>
            <a:off x="9138892" y="4030716"/>
            <a:ext cx="17235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8000" dirty="0"/>
              <a:t>500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3FE45-EF22-C32F-3560-5AD13067FFC5}"/>
              </a:ext>
            </a:extLst>
          </p:cNvPr>
          <p:cNvSpPr txBox="1"/>
          <p:nvPr/>
        </p:nvSpPr>
        <p:spPr>
          <a:xfrm>
            <a:off x="1413641" y="4030718"/>
            <a:ext cx="20088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8000" dirty="0"/>
              <a:t>280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7005D-A242-F0DB-C6D5-8F2AC6885578}"/>
              </a:ext>
            </a:extLst>
          </p:cNvPr>
          <p:cNvSpPr txBox="1"/>
          <p:nvPr/>
        </p:nvSpPr>
        <p:spPr>
          <a:xfrm>
            <a:off x="5019786" y="4030717"/>
            <a:ext cx="22365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8000" dirty="0"/>
              <a:t>3000</a:t>
            </a:r>
          </a:p>
        </p:txBody>
      </p:sp>
      <p:pic>
        <p:nvPicPr>
          <p:cNvPr id="3074" name="Picture 2" descr="Linkedin - Free social media icons">
            <a:extLst>
              <a:ext uri="{FF2B5EF4-FFF2-40B4-BE49-F238E27FC236}">
                <a16:creationId xmlns:a16="http://schemas.microsoft.com/office/drawing/2014/main" id="{3F263684-5B09-E05E-0862-19ABA9F15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521" y="1829674"/>
            <a:ext cx="2236510" cy="223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9F5AF2D-8A45-2F5E-D7C0-7AE6DC3E8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98" y="1940153"/>
            <a:ext cx="2621457" cy="215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1256138D-D0FA-F7DE-609B-3F5076CEF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570" y="1829674"/>
            <a:ext cx="2048192" cy="220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F679EB-0953-D950-7F8C-10B8C2BC549C}"/>
              </a:ext>
            </a:extLst>
          </p:cNvPr>
          <p:cNvSpPr txBox="1"/>
          <p:nvPr/>
        </p:nvSpPr>
        <p:spPr>
          <a:xfrm>
            <a:off x="1713186" y="5506555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accent4"/>
                </a:solidFill>
              </a:rPr>
              <a:t>(9403)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A7F4E-F8A7-9209-EEA3-99750A51013F}"/>
              </a:ext>
            </a:extLst>
          </p:cNvPr>
          <p:cNvSpPr txBox="1"/>
          <p:nvPr/>
        </p:nvSpPr>
        <p:spPr>
          <a:xfrm>
            <a:off x="9656312" y="5506555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accent4"/>
                </a:solidFill>
              </a:rPr>
              <a:t>(856)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A9D4D7-CD29-CF8A-6D12-FB9A6423E89F}"/>
              </a:ext>
            </a:extLst>
          </p:cNvPr>
          <p:cNvSpPr txBox="1"/>
          <p:nvPr/>
        </p:nvSpPr>
        <p:spPr>
          <a:xfrm>
            <a:off x="5849893" y="5506555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accent4"/>
                </a:solidFill>
              </a:rPr>
              <a:t>(7060)</a:t>
            </a:r>
          </a:p>
        </p:txBody>
      </p:sp>
    </p:spTree>
    <p:extLst>
      <p:ext uri="{BB962C8B-B14F-4D97-AF65-F5344CB8AC3E}">
        <p14:creationId xmlns:p14="http://schemas.microsoft.com/office/powerpoint/2010/main" val="3811780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1CF8D3CC-9F99-9A54-D680-3B6C57450A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7" b="20617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B09145-75A3-D94C-5460-7E6729EBC50B}"/>
              </a:ext>
            </a:extLst>
          </p:cNvPr>
          <p:cNvSpPr txBox="1"/>
          <p:nvPr/>
        </p:nvSpPr>
        <p:spPr>
          <a:xfrm>
            <a:off x="5230457" y="3721373"/>
            <a:ext cx="6658361" cy="2585323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n-FI" sz="5400" dirty="0">
                <a:solidFill>
                  <a:schemeClr val="accent4"/>
                </a:solidFill>
              </a:rPr>
              <a:t>Federated</a:t>
            </a:r>
            <a:r>
              <a:rPr lang="en-FI" sz="5400" dirty="0"/>
              <a:t> Social Media</a:t>
            </a:r>
            <a:br>
              <a:rPr lang="en-FI" sz="5400" dirty="0"/>
            </a:br>
            <a:r>
              <a:rPr lang="en-FI" sz="5400" dirty="0"/>
              <a:t>^</a:t>
            </a:r>
            <a:br>
              <a:rPr lang="en-FI" sz="5400" dirty="0"/>
            </a:br>
            <a:r>
              <a:rPr lang="en-FI" sz="5400" dirty="0">
                <a:solidFill>
                  <a:schemeClr val="accent4"/>
                </a:solidFill>
              </a:rPr>
              <a:t>liittoutunut</a:t>
            </a:r>
            <a:r>
              <a:rPr lang="en-FI" sz="5400" dirty="0"/>
              <a:t>, hajautettu</a:t>
            </a:r>
          </a:p>
        </p:txBody>
      </p:sp>
    </p:spTree>
    <p:extLst>
      <p:ext uri="{BB962C8B-B14F-4D97-AF65-F5344CB8AC3E}">
        <p14:creationId xmlns:p14="http://schemas.microsoft.com/office/powerpoint/2010/main" val="21970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58FE1A-069C-7F89-98EE-F3ACCAF1F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14685" cy="685800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6EA277-E9BA-B3DF-9790-1E8A8F238B72}"/>
              </a:ext>
            </a:extLst>
          </p:cNvPr>
          <p:cNvSpPr txBox="1"/>
          <p:nvPr/>
        </p:nvSpPr>
        <p:spPr>
          <a:xfrm>
            <a:off x="7357242" y="2828835"/>
            <a:ext cx="4529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600" dirty="0"/>
              <a:t>Henkilöt, yritykset, yhdistykset ja yhteisöt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AFC3D-58A5-DBB2-A583-574E810176D4}"/>
              </a:ext>
            </a:extLst>
          </p:cNvPr>
          <p:cNvSpPr txBox="1"/>
          <p:nvPr/>
        </p:nvSpPr>
        <p:spPr>
          <a:xfrm>
            <a:off x="7457090" y="625365"/>
            <a:ext cx="4529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600" dirty="0"/>
              <a:t>Suomessa, Suomesta, Suomeen, suomeksi ja englanniksi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8D576-9F3E-4366-3DC4-9E026BFD8942}"/>
              </a:ext>
            </a:extLst>
          </p:cNvPr>
          <p:cNvSpPr txBox="1"/>
          <p:nvPr/>
        </p:nvSpPr>
        <p:spPr>
          <a:xfrm>
            <a:off x="7267904" y="5032305"/>
            <a:ext cx="4529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600" dirty="0"/>
              <a:t>ICT-ala yhdistäjänä</a:t>
            </a:r>
          </a:p>
        </p:txBody>
      </p:sp>
    </p:spTree>
    <p:extLst>
      <p:ext uri="{BB962C8B-B14F-4D97-AF65-F5344CB8AC3E}">
        <p14:creationId xmlns:p14="http://schemas.microsoft.com/office/powerpoint/2010/main" val="160112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3BD850-8325-7128-8B89-9249D8EFB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566" y="273908"/>
            <a:ext cx="7646124" cy="63101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30F666-4554-E3A6-522B-F88903200C47}"/>
              </a:ext>
            </a:extLst>
          </p:cNvPr>
          <p:cNvSpPr txBox="1"/>
          <p:nvPr/>
        </p:nvSpPr>
        <p:spPr>
          <a:xfrm rot="16200000">
            <a:off x="-1958589" y="3013502"/>
            <a:ext cx="66188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800" dirty="0"/>
              <a:t>PALVELIMEN SÄÄNNÖT</a:t>
            </a:r>
          </a:p>
        </p:txBody>
      </p:sp>
    </p:spTree>
    <p:extLst>
      <p:ext uri="{BB962C8B-B14F-4D97-AF65-F5344CB8AC3E}">
        <p14:creationId xmlns:p14="http://schemas.microsoft.com/office/powerpoint/2010/main" val="74161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83C3BC-FBCC-3401-C7D3-A5A2A16502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21"/>
          <a:stretch/>
        </p:blipFill>
        <p:spPr>
          <a:xfrm>
            <a:off x="308917" y="12356"/>
            <a:ext cx="11667156" cy="68456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5A0166-4285-E661-0DF0-2D9F67C6A67A}"/>
              </a:ext>
            </a:extLst>
          </p:cNvPr>
          <p:cNvSpPr txBox="1"/>
          <p:nvPr/>
        </p:nvSpPr>
        <p:spPr>
          <a:xfrm>
            <a:off x="215927" y="1251126"/>
            <a:ext cx="2217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accent2"/>
                </a:solidFill>
              </a:rPr>
              <a:t>Sano sanottavasi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8B5A32-001C-3960-D2D9-A19B41510BE5}"/>
              </a:ext>
            </a:extLst>
          </p:cNvPr>
          <p:cNvCxnSpPr/>
          <p:nvPr/>
        </p:nvCxnSpPr>
        <p:spPr>
          <a:xfrm>
            <a:off x="2427892" y="1481959"/>
            <a:ext cx="56755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333439-EDDB-DB29-B80B-3D6C7BE2FB6C}"/>
              </a:ext>
            </a:extLst>
          </p:cNvPr>
          <p:cNvSpPr txBox="1"/>
          <p:nvPr/>
        </p:nvSpPr>
        <p:spPr>
          <a:xfrm>
            <a:off x="88782" y="12356"/>
            <a:ext cx="2408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accent4"/>
                </a:solidFill>
              </a:rPr>
              <a:t>Omat kirjoitukset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87794B-141E-A707-17CB-7E34EDE9BF40}"/>
              </a:ext>
            </a:extLst>
          </p:cNvPr>
          <p:cNvSpPr txBox="1"/>
          <p:nvPr/>
        </p:nvSpPr>
        <p:spPr>
          <a:xfrm>
            <a:off x="569581" y="631741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accent6"/>
                </a:solidFill>
              </a:rPr>
              <a:t>Asetukset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07435B-A8B2-BED2-1461-AE8FFD13BE88}"/>
              </a:ext>
            </a:extLst>
          </p:cNvPr>
          <p:cNvCxnSpPr>
            <a:cxnSpLocks/>
          </p:cNvCxnSpPr>
          <p:nvPr/>
        </p:nvCxnSpPr>
        <p:spPr>
          <a:xfrm>
            <a:off x="1998177" y="427184"/>
            <a:ext cx="997274" cy="204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E940E2-8B73-E328-5421-6F29DE0DDD45}"/>
              </a:ext>
            </a:extLst>
          </p:cNvPr>
          <p:cNvCxnSpPr>
            <a:cxnSpLocks/>
          </p:cNvCxnSpPr>
          <p:nvPr/>
        </p:nvCxnSpPr>
        <p:spPr>
          <a:xfrm flipV="1">
            <a:off x="1998177" y="789461"/>
            <a:ext cx="1081354" cy="88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71B565A-F234-3A6C-77F3-AF6A389A98A6}"/>
              </a:ext>
            </a:extLst>
          </p:cNvPr>
          <p:cNvSpPr txBox="1"/>
          <p:nvPr/>
        </p:nvSpPr>
        <p:spPr>
          <a:xfrm>
            <a:off x="755030" y="2981047"/>
            <a:ext cx="3345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accent5"/>
                </a:solidFill>
              </a:rPr>
              <a:t>Etsi kaverisi</a:t>
            </a:r>
            <a:br>
              <a:rPr lang="en-FI" sz="2400" dirty="0">
                <a:solidFill>
                  <a:schemeClr val="accent5"/>
                </a:solidFill>
              </a:rPr>
            </a:br>
            <a:r>
              <a:rPr lang="en-FI" sz="2400" dirty="0">
                <a:solidFill>
                  <a:schemeClr val="accent5"/>
                </a:solidFill>
              </a:rPr>
              <a:t>esim. @maaretp@mas.to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46E5DC-0724-2C53-69A3-8A2BFE74EB7D}"/>
              </a:ext>
            </a:extLst>
          </p:cNvPr>
          <p:cNvCxnSpPr>
            <a:cxnSpLocks/>
          </p:cNvCxnSpPr>
          <p:nvPr/>
        </p:nvCxnSpPr>
        <p:spPr>
          <a:xfrm flipV="1">
            <a:off x="2995451" y="283779"/>
            <a:ext cx="599087" cy="3005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91E0516-9475-77A8-5BEC-D29C5B5FD76B}"/>
              </a:ext>
            </a:extLst>
          </p:cNvPr>
          <p:cNvSpPr txBox="1"/>
          <p:nvPr/>
        </p:nvSpPr>
        <p:spPr>
          <a:xfrm>
            <a:off x="9361484" y="1325093"/>
            <a:ext cx="1476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accent4"/>
                </a:solidFill>
              </a:rPr>
              <a:t>Paikallinen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A2C5C2-58B3-AED1-FF99-D8416BEAD3E3}"/>
              </a:ext>
            </a:extLst>
          </p:cNvPr>
          <p:cNvSpPr txBox="1"/>
          <p:nvPr/>
        </p:nvSpPr>
        <p:spPr>
          <a:xfrm>
            <a:off x="9361484" y="1786758"/>
            <a:ext cx="2617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accent4"/>
                </a:solidFill>
              </a:rPr>
              <a:t>Palvelimen näkemät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0C2E42-1344-7EBF-7991-221832ED1E50}"/>
              </a:ext>
            </a:extLst>
          </p:cNvPr>
          <p:cNvSpPr txBox="1"/>
          <p:nvPr/>
        </p:nvSpPr>
        <p:spPr>
          <a:xfrm>
            <a:off x="9394058" y="446277"/>
            <a:ext cx="2026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accent4"/>
                </a:solidFill>
              </a:rPr>
              <a:t>Omat seuratut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8577D6-B5AF-15FF-CFCD-4D7904E0C0BC}"/>
              </a:ext>
            </a:extLst>
          </p:cNvPr>
          <p:cNvSpPr txBox="1"/>
          <p:nvPr/>
        </p:nvSpPr>
        <p:spPr>
          <a:xfrm>
            <a:off x="8157704" y="4163302"/>
            <a:ext cx="3725379" cy="2246769"/>
          </a:xfrm>
          <a:prstGeom prst="rect">
            <a:avLst/>
          </a:prstGeom>
          <a:solidFill>
            <a:schemeClr val="tx2">
              <a:alpha val="38000"/>
            </a:schemeClr>
          </a:solidFill>
        </p:spPr>
        <p:txBody>
          <a:bodyPr wrap="none" rtlCol="0">
            <a:spAutoFit/>
          </a:bodyPr>
          <a:lstStyle/>
          <a:p>
            <a:r>
              <a:rPr lang="en-FI" sz="2800" dirty="0">
                <a:solidFill>
                  <a:schemeClr val="accent4"/>
                </a:solidFill>
              </a:rPr>
              <a:t>Ei algoritmiä nostamassa</a:t>
            </a:r>
            <a:br>
              <a:rPr lang="en-FI" sz="2800" dirty="0">
                <a:solidFill>
                  <a:schemeClr val="accent4"/>
                </a:solidFill>
              </a:rPr>
            </a:br>
            <a:r>
              <a:rPr lang="en-FI" sz="2800" dirty="0">
                <a:solidFill>
                  <a:schemeClr val="accent4"/>
                </a:solidFill>
                <a:sym typeface="Wingdings" pitchFamily="2" charset="2"/>
              </a:rPr>
              <a:t> boost</a:t>
            </a:r>
            <a:br>
              <a:rPr lang="en-FI" sz="2800" dirty="0">
                <a:solidFill>
                  <a:schemeClr val="accent4"/>
                </a:solidFill>
                <a:sym typeface="Wingdings" pitchFamily="2" charset="2"/>
              </a:rPr>
            </a:br>
            <a:r>
              <a:rPr lang="en-FI" sz="2800" dirty="0">
                <a:solidFill>
                  <a:schemeClr val="accent4"/>
                </a:solidFill>
                <a:sym typeface="Wingdings" pitchFamily="2" charset="2"/>
              </a:rPr>
              <a:t> like</a:t>
            </a:r>
          </a:p>
          <a:p>
            <a:pPr marL="457200" indent="-457200">
              <a:buFont typeface="Wingdings" pitchFamily="2" charset="2"/>
              <a:buChar char="à"/>
            </a:pPr>
            <a:r>
              <a:rPr lang="en-GB" sz="2800" dirty="0">
                <a:solidFill>
                  <a:schemeClr val="accent4"/>
                </a:solidFill>
                <a:sym typeface="Wingdings" pitchFamily="2" charset="2"/>
              </a:rPr>
              <a:t>f</a:t>
            </a:r>
            <a:r>
              <a:rPr lang="en-FI" sz="2800" dirty="0">
                <a:solidFill>
                  <a:schemeClr val="accent4"/>
                </a:solidFill>
                <a:sym typeface="Wingdings" pitchFamily="2" charset="2"/>
              </a:rPr>
              <a:t>ollow</a:t>
            </a:r>
          </a:p>
          <a:p>
            <a:pPr marL="457200" indent="-457200">
              <a:buFont typeface="Wingdings" pitchFamily="2" charset="2"/>
              <a:buChar char="à"/>
            </a:pPr>
            <a:r>
              <a:rPr lang="en-FI" sz="2800" dirty="0">
                <a:solidFill>
                  <a:schemeClr val="accent4"/>
                </a:solidFill>
                <a:sym typeface="Wingdings" pitchFamily="2" charset="2"/>
              </a:rPr>
              <a:t>hashtags</a:t>
            </a:r>
            <a:endParaRPr lang="en-FI" sz="2800" dirty="0">
              <a:solidFill>
                <a:schemeClr val="accent4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D0760B-CEDF-812A-5E7E-605947770E4E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8597464" y="677110"/>
            <a:ext cx="796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2B3C15-1E44-01B6-56F5-5B180BBB9195}"/>
              </a:ext>
            </a:extLst>
          </p:cNvPr>
          <p:cNvCxnSpPr>
            <a:cxnSpLocks/>
          </p:cNvCxnSpPr>
          <p:nvPr/>
        </p:nvCxnSpPr>
        <p:spPr>
          <a:xfrm flipH="1">
            <a:off x="8564890" y="1555925"/>
            <a:ext cx="7965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C202EF-85AF-89B0-205C-1D8EB8D1E8E0}"/>
              </a:ext>
            </a:extLst>
          </p:cNvPr>
          <p:cNvCxnSpPr>
            <a:cxnSpLocks/>
          </p:cNvCxnSpPr>
          <p:nvPr/>
        </p:nvCxnSpPr>
        <p:spPr>
          <a:xfrm flipH="1" flipV="1">
            <a:off x="8736174" y="1865980"/>
            <a:ext cx="625310" cy="1516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773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DAAF6-5B3F-8573-D735-8FF9A3783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" y="205216"/>
            <a:ext cx="12181879" cy="64475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B6AC95-E53F-2695-6E86-F87FCE791155}"/>
              </a:ext>
            </a:extLst>
          </p:cNvPr>
          <p:cNvSpPr txBox="1"/>
          <p:nvPr/>
        </p:nvSpPr>
        <p:spPr>
          <a:xfrm>
            <a:off x="4996917" y="4894854"/>
            <a:ext cx="70439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800" dirty="0"/>
              <a:t>TUNNUKSEN SAAMINEN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3A3A8F-7F35-A056-E5E2-3F06446F5960}"/>
              </a:ext>
            </a:extLst>
          </p:cNvPr>
          <p:cNvCxnSpPr/>
          <p:nvPr/>
        </p:nvCxnSpPr>
        <p:spPr>
          <a:xfrm flipH="1" flipV="1">
            <a:off x="8618483" y="3184634"/>
            <a:ext cx="283779" cy="17102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40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0BE66-0A2E-B9A4-9360-40E5C73DFDB4}"/>
              </a:ext>
            </a:extLst>
          </p:cNvPr>
          <p:cNvSpPr txBox="1"/>
          <p:nvPr/>
        </p:nvSpPr>
        <p:spPr>
          <a:xfrm rot="16200000">
            <a:off x="-575067" y="3013502"/>
            <a:ext cx="3851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800" dirty="0"/>
              <a:t>TIETOTURVA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80DCBB-A663-9A25-885F-7A44786EA40E}"/>
              </a:ext>
            </a:extLst>
          </p:cNvPr>
          <p:cNvSpPr txBox="1"/>
          <p:nvPr/>
        </p:nvSpPr>
        <p:spPr>
          <a:xfrm>
            <a:off x="2060027" y="855087"/>
            <a:ext cx="4529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600" dirty="0"/>
              <a:t>2FA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0E4B0-9808-BD73-0F17-ECB78173F22E}"/>
              </a:ext>
            </a:extLst>
          </p:cNvPr>
          <p:cNvSpPr txBox="1"/>
          <p:nvPr/>
        </p:nvSpPr>
        <p:spPr>
          <a:xfrm>
            <a:off x="2312592" y="1822202"/>
            <a:ext cx="42064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600" dirty="0"/>
              <a:t>DM (yksityisviesti) on näkyvyydeltään rajattu, ei salainen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5A1E0-C0B3-A9F2-CF79-615CA2C58743}"/>
              </a:ext>
            </a:extLst>
          </p:cNvPr>
          <p:cNvSpPr txBox="1"/>
          <p:nvPr/>
        </p:nvSpPr>
        <p:spPr>
          <a:xfrm>
            <a:off x="2067910" y="3897312"/>
            <a:ext cx="4451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600" dirty="0"/>
              <a:t>Verified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2E921D-DD38-648F-A8EF-52B725DF3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716" y="1178252"/>
            <a:ext cx="4591284" cy="40979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803E37-8698-45E8-71E8-DD4A467B2B7B}"/>
              </a:ext>
            </a:extLst>
          </p:cNvPr>
          <p:cNvSpPr txBox="1"/>
          <p:nvPr/>
        </p:nvSpPr>
        <p:spPr>
          <a:xfrm>
            <a:off x="2138853" y="4864427"/>
            <a:ext cx="4451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600" dirty="0">
                <a:solidFill>
                  <a:schemeClr val="accent4"/>
                </a:solidFill>
              </a:rPr>
              <a:t>Moderointi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46AC70-D412-E98A-E6C0-FA6373F73846}"/>
              </a:ext>
            </a:extLst>
          </p:cNvPr>
          <p:cNvSpPr txBox="1"/>
          <p:nvPr/>
        </p:nvSpPr>
        <p:spPr>
          <a:xfrm>
            <a:off x="2138853" y="5820129"/>
            <a:ext cx="4451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600" dirty="0">
                <a:solidFill>
                  <a:schemeClr val="accent6"/>
                </a:solidFill>
              </a:rPr>
              <a:t>Palvelimen vaihto</a:t>
            </a:r>
          </a:p>
        </p:txBody>
      </p:sp>
    </p:spTree>
    <p:extLst>
      <p:ext uri="{BB962C8B-B14F-4D97-AF65-F5344CB8AC3E}">
        <p14:creationId xmlns:p14="http://schemas.microsoft.com/office/powerpoint/2010/main" val="1891312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1CDE35-AF50-8587-86BB-F910AAB82F72}"/>
              </a:ext>
            </a:extLst>
          </p:cNvPr>
          <p:cNvSpPr txBox="1"/>
          <p:nvPr/>
        </p:nvSpPr>
        <p:spPr>
          <a:xfrm>
            <a:off x="838199" y="291090"/>
            <a:ext cx="10515599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KÄNNYKKÄSOVELLUKSET</a:t>
            </a:r>
          </a:p>
        </p:txBody>
      </p:sp>
      <p:pic>
        <p:nvPicPr>
          <p:cNvPr id="4098" name="Picture 2" descr="Signing up in the Android app">
            <a:extLst>
              <a:ext uri="{FF2B5EF4-FFF2-40B4-BE49-F238E27FC236}">
                <a16:creationId xmlns:a16="http://schemas.microsoft.com/office/drawing/2014/main" id="{ABBE5FE4-F99F-D9D1-E10F-4DE4464DB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1047" y="1863801"/>
            <a:ext cx="7929904" cy="444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5884E5-B82E-3BFF-8222-60501B1F776B}"/>
              </a:ext>
            </a:extLst>
          </p:cNvPr>
          <p:cNvSpPr txBox="1"/>
          <p:nvPr/>
        </p:nvSpPr>
        <p:spPr>
          <a:xfrm>
            <a:off x="10583917" y="2270234"/>
            <a:ext cx="102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ToooT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9D93C-5D7B-2A54-2BA2-4CDD3A24CD1E}"/>
              </a:ext>
            </a:extLst>
          </p:cNvPr>
          <p:cNvSpPr txBox="1"/>
          <p:nvPr/>
        </p:nvSpPr>
        <p:spPr>
          <a:xfrm>
            <a:off x="10656052" y="3059668"/>
            <a:ext cx="825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Ivory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62814-681E-6BEC-FD2D-7DF9F23CD88F}"/>
              </a:ext>
            </a:extLst>
          </p:cNvPr>
          <p:cNvSpPr txBox="1"/>
          <p:nvPr/>
        </p:nvSpPr>
        <p:spPr>
          <a:xfrm>
            <a:off x="10708602" y="372682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77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89209-AAE4-0B9F-72C0-838FCF85EB6D}"/>
              </a:ext>
            </a:extLst>
          </p:cNvPr>
          <p:cNvSpPr txBox="1"/>
          <p:nvPr/>
        </p:nvSpPr>
        <p:spPr>
          <a:xfrm>
            <a:off x="1398462" y="2017986"/>
            <a:ext cx="9395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3200" dirty="0">
                <a:solidFill>
                  <a:schemeClr val="accent2"/>
                </a:solidFill>
              </a:rPr>
              <a:t>Julkiset muistiinpanot - “Learning and Building in Public”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73FBF-5B9F-4D38-29AB-D6C127F529E1}"/>
              </a:ext>
            </a:extLst>
          </p:cNvPr>
          <p:cNvSpPr txBox="1"/>
          <p:nvPr/>
        </p:nvSpPr>
        <p:spPr>
          <a:xfrm>
            <a:off x="838199" y="291090"/>
            <a:ext cx="10515599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LOPUKSI –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Miksi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ihmeessä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D8880-623D-7533-5E65-4D3EB4C736EB}"/>
              </a:ext>
            </a:extLst>
          </p:cNvPr>
          <p:cNvSpPr txBox="1"/>
          <p:nvPr/>
        </p:nvSpPr>
        <p:spPr>
          <a:xfrm>
            <a:off x="1398462" y="3136612"/>
            <a:ext cx="7403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3200" dirty="0">
                <a:solidFill>
                  <a:schemeClr val="accent4"/>
                </a:solidFill>
              </a:rPr>
              <a:t>Oman yhteisön löytäminen ja rakentaminen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13C42-2FAC-3E1A-DC44-9031B74EB001}"/>
              </a:ext>
            </a:extLst>
          </p:cNvPr>
          <p:cNvSpPr txBox="1"/>
          <p:nvPr/>
        </p:nvSpPr>
        <p:spPr>
          <a:xfrm>
            <a:off x="1398462" y="4255238"/>
            <a:ext cx="3763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3200" dirty="0">
                <a:solidFill>
                  <a:schemeClr val="accent6"/>
                </a:solidFill>
              </a:rPr>
              <a:t>Tapahtumatiivistelmät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BEEF1-DE79-CBC0-ACBA-67A126756ED2}"/>
              </a:ext>
            </a:extLst>
          </p:cNvPr>
          <p:cNvSpPr txBox="1"/>
          <p:nvPr/>
        </p:nvSpPr>
        <p:spPr>
          <a:xfrm>
            <a:off x="1398462" y="5373864"/>
            <a:ext cx="2535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3200" dirty="0">
                <a:solidFill>
                  <a:schemeClr val="accent1"/>
                </a:solidFill>
              </a:rPr>
              <a:t>Vaikuttaminen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9A9A7A08-F25D-471A-6366-A47B9E46E7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209817"/>
              </p:ext>
            </p:extLst>
          </p:nvPr>
        </p:nvGraphicFramePr>
        <p:xfrm>
          <a:off x="8039779" y="3429001"/>
          <a:ext cx="3763338" cy="2950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27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{53ADCB61-819B-1141-AF89-4584DAFFEB3F}tf16401369</Template>
  <TotalTime>726</TotalTime>
  <Words>139</Words>
  <Application>Microsoft Macintosh PowerPoint</Application>
  <PresentationFormat>Widescreen</PresentationFormat>
  <Paragraphs>45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Wingdings</vt:lpstr>
      <vt:lpstr>Office Theme</vt:lpstr>
      <vt:lpstr>Mikrobloggaus Mastodonissa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Mikrobloggaus Mastodonissa</dc:title>
  <dc:subject/>
  <dc:creator>Pyhäjärvi Maaret</dc:creator>
  <cp:keywords/>
  <dc:description/>
  <cp:lastModifiedBy>Pyhäjärvi Maaret</cp:lastModifiedBy>
  <cp:revision>16</cp:revision>
  <dcterms:created xsi:type="dcterms:W3CDTF">2023-02-14T18:36:21Z</dcterms:created>
  <dcterms:modified xsi:type="dcterms:W3CDTF">2023-02-15T07:00:19Z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Restricted</vt:lpwstr>
  </property>
  <property fmtid="{D5CDD505-2E9C-101B-9397-08002B2CF9AE}" pid="4" name="MSIP_Label_bd0b42cd-dfeb-4e2e-9713-e8274ec9275c_Enabled">
    <vt:lpwstr>true</vt:lpwstr>
  </property>
  <property fmtid="{D5CDD505-2E9C-101B-9397-08002B2CF9AE}" pid="5" name="MSIP_Label_bd0b42cd-dfeb-4e2e-9713-e8274ec9275c_SetDate">
    <vt:lpwstr>2023-02-14T21:34:18Z</vt:lpwstr>
  </property>
  <property fmtid="{D5CDD505-2E9C-101B-9397-08002B2CF9AE}" pid="6" name="MSIP_Label_bd0b42cd-dfeb-4e2e-9713-e8274ec9275c_Method">
    <vt:lpwstr>Privileged</vt:lpwstr>
  </property>
  <property fmtid="{D5CDD505-2E9C-101B-9397-08002B2CF9AE}" pid="7" name="MSIP_Label_bd0b42cd-dfeb-4e2e-9713-e8274ec9275c_Name">
    <vt:lpwstr>bd0b42cd-dfeb-4e2e-9713-e8274ec9275c</vt:lpwstr>
  </property>
  <property fmtid="{D5CDD505-2E9C-101B-9397-08002B2CF9AE}" pid="8" name="MSIP_Label_bd0b42cd-dfeb-4e2e-9713-e8274ec9275c_SiteId">
    <vt:lpwstr>6d7393e0-41f5-4c2e-9b12-4c2be5da5c57</vt:lpwstr>
  </property>
  <property fmtid="{D5CDD505-2E9C-101B-9397-08002B2CF9AE}" pid="9" name="MSIP_Label_bd0b42cd-dfeb-4e2e-9713-e8274ec9275c_ActionId">
    <vt:lpwstr>e516d9dc-9b6a-4904-ab71-105d4fb88897</vt:lpwstr>
  </property>
  <property fmtid="{D5CDD505-2E9C-101B-9397-08002B2CF9AE}" pid="10" name="MSIP_Label_bd0b42cd-dfeb-4e2e-9713-e8274ec9275c_ContentBits">
    <vt:lpwstr>0</vt:lpwstr>
  </property>
</Properties>
</file>